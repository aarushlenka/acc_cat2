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744" r:id="rId2"/>
    <p:sldId id="260" r:id="rId3"/>
    <p:sldId id="756" r:id="rId4"/>
    <p:sldId id="757" r:id="rId5"/>
    <p:sldId id="358" r:id="rId6"/>
    <p:sldId id="745" r:id="rId7"/>
    <p:sldId id="28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51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F4D8C4-A063-4CF5-AFB5-31E2C0DBE923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9EC693-115B-4A39-B927-0183108BBA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5992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</a:t>
            </a:r>
            <a:r>
              <a:rPr lang="en-US" b="1" baseline="0" dirty="0"/>
              <a:t> = </a:t>
            </a:r>
          </a:p>
          <a:p>
            <a:r>
              <a:rPr lang="en-US" b="1" baseline="0" dirty="0"/>
              <a:t>Root</a:t>
            </a:r>
          </a:p>
          <a:p>
            <a:r>
              <a:rPr lang="en-US" b="1" baseline="0" dirty="0"/>
              <a:t>2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340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Section End/Start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/>
              <a:t>Use this at section’s start or end. For example: “Questions” or “Time for Practice”. To be used for Impacts (get the student’s attention). </a:t>
            </a:r>
            <a:endParaRPr/>
          </a:p>
        </p:txBody>
      </p:sp>
      <p:sp>
        <p:nvSpPr>
          <p:cNvPr id="123" name="Google Shape;12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Title +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7407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Title +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4662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Thank you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133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FAFCC-2AF5-1AF3-57B2-07C6538546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72D676-60EC-FED2-5373-F7B9BD5012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C9FC1F-2338-0176-9335-E9D381910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6B8CE-B51C-4623-B6A3-96B1E72A8F11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6A177-0EC4-2BE9-8BF3-CE06351C5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4A3E0-187E-F409-1EB0-11F07CD3F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86C31-84E2-4978-9925-82A042D2D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8750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694F0-5BA4-956B-D54D-ABF3C2F9C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878D5-A6EE-2BA6-3A58-0796120C7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B9A05-4C7C-D5DD-B9D6-582FE5577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6B8CE-B51C-4623-B6A3-96B1E72A8F11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9B5AF-F4B2-966E-376C-937A32D86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CBB43-517A-00D8-11DD-2169EF84A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86C31-84E2-4978-9925-82A042D2D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4152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DA58B-6B13-394D-1842-8A4746009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F4EF8A-741C-F8D0-E35C-05E27750E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DCBED-DF15-277A-C6D4-683B07274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6B8CE-B51C-4623-B6A3-96B1E72A8F11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D3BEB-60C7-8BF4-1720-55632EB38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79A52-A13E-D11A-EE52-314E26A41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86C31-84E2-4978-9925-82A042D2D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798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63BCF-AA07-C972-86EA-4C257262E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D1D44-B50D-C51F-707C-6C18785A23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04F1C4-40C8-AAF4-ED1D-FEB2557048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17EB66-92D4-5FFE-0868-C08B15DB9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6B8CE-B51C-4623-B6A3-96B1E72A8F11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2DB310-A166-B5B9-604F-22950C218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A4CF93-CC4B-3565-00F6-6152A4704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86C31-84E2-4978-9925-82A042D2D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575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F36ED-4055-0E55-38C1-23F6DDAB7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C7A54C-F00A-5EDC-A078-1CFB40AB2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0C77FC-AD8E-22CD-6EA0-762CFE41C7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49F48D-C568-EFA0-7D06-9EAD96D9FE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46392A-3136-FC04-13DA-05EDA7E88C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B6D6EF-05C8-DD39-3A2B-733F6D3F0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6B8CE-B51C-4623-B6A3-96B1E72A8F11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35D7B6-A9EB-4EDE-45CE-D2F6FCDE3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7165A8-9A48-C9E0-2E00-493F2488B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86C31-84E2-4978-9925-82A042D2D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9831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95D3B-2CF7-7799-EC92-2FABB977C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20E273-6F52-BF83-7DFC-1D55B80C3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6B8CE-B51C-4623-B6A3-96B1E72A8F11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055936-BAF7-17F9-B362-08B540DCD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7898E-F55E-E52E-B7FC-192459AFE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86C31-84E2-4978-9925-82A042D2D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862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FCA80B-9CFF-0D8B-2CE6-90703A522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6B8CE-B51C-4623-B6A3-96B1E72A8F11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9E8F41-89AB-EA42-9E65-1A98A036E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9E6B19-4C14-893D-344E-F29B8F2CA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86C31-84E2-4978-9925-82A042D2D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0269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07051-C17F-D05F-B1EB-2A2F41192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BFA5D-D953-40A6-FAD3-C89482C23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8727B0-F5C2-12F0-C0C1-3D3296347B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5F59DD-506D-9D69-DD07-54EA25E86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6B8CE-B51C-4623-B6A3-96B1E72A8F11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B504B6-813F-6E55-0B67-C058C851D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C30516-4939-3C10-3824-4582ED48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86C31-84E2-4978-9925-82A042D2D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336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57C6B-1DD1-E171-F4E8-DED9ED613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C42E5C-F583-5740-A01C-E6395C54EC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EFA890-03E4-6BAF-C805-AF220794F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D24AB-C0CB-629A-8FCC-FFEB1A69A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6B8CE-B51C-4623-B6A3-96B1E72A8F11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35836-565B-751E-7462-16D73383E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F31476-E8BB-E491-8722-18C289670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86C31-84E2-4978-9925-82A042D2D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629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F7059-A7E9-6F50-B7A4-13A6B068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70C8F0-EB14-9469-CA66-7F75C48CBC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3F31C-C691-22AA-C1E4-5BA42FDE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6B8CE-B51C-4623-B6A3-96B1E72A8F11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49EB8-AC79-984E-095A-BBED81908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606848-E62D-C38D-EF4D-8D01EF98A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86C31-84E2-4978-9925-82A042D2D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492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868215-FDC6-1A86-3E74-91B2421044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D1A0A1-0C2B-4FDE-6FDE-F549A93A5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75217-6433-C00C-2F56-66E5513CC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6B8CE-B51C-4623-B6A3-96B1E72A8F11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7CAA84-B642-281B-F384-F2937BB7F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291D4-E5E5-D30F-D0A1-3A11537B0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86C31-84E2-4978-9925-82A042D2D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792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0D11A8-663D-1D0E-9581-545FF22BD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661570-0664-D8DD-9D79-FB08A11C4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77A76-A9D8-127E-B5DE-3BE124DB07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6B8CE-B51C-4623-B6A3-96B1E72A8F11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3528D-67CE-10CF-8DC0-7836FBD506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7245C-F92D-BF90-1D4A-9EF26DC2A9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86C31-84E2-4978-9925-82A042D2D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70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gi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578" y="3105000"/>
            <a:ext cx="5110844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5136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/>
        </p:nvSpPr>
        <p:spPr>
          <a:xfrm>
            <a:off x="0" y="3055701"/>
            <a:ext cx="12192000" cy="885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Nunito Sans"/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Heap Sort</a:t>
            </a:r>
            <a:endParaRPr sz="5400" b="1" i="0" u="none" strike="noStrike" cap="none" dirty="0">
              <a:solidFill>
                <a:srgbClr val="FFFF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26" name="Google Shape;12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600" y="6202800"/>
            <a:ext cx="2356664" cy="2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E767CAB-1FA5-494A-96EC-9E612067A695}"/>
              </a:ext>
            </a:extLst>
          </p:cNvPr>
          <p:cNvSpPr/>
          <p:nvPr/>
        </p:nvSpPr>
        <p:spPr>
          <a:xfrm>
            <a:off x="598714" y="711390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E67F23-7662-4CC8-B346-8A66CD5C2E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  <p:pic>
        <p:nvPicPr>
          <p:cNvPr id="2050" name="Picture 2" descr="Implementing Heap Sort in a Min-Heap | by Avinash Sarguru | Medium">
            <a:extLst>
              <a:ext uri="{FF2B5EF4-FFF2-40B4-BE49-F238E27FC236}">
                <a16:creationId xmlns:a16="http://schemas.microsoft.com/office/drawing/2014/main" id="{65D1D14E-2F95-9991-384C-5A69CB5B50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0836" y="1196008"/>
            <a:ext cx="7235686" cy="384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0446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E767CAB-1FA5-494A-96EC-9E612067A695}"/>
              </a:ext>
            </a:extLst>
          </p:cNvPr>
          <p:cNvSpPr/>
          <p:nvPr/>
        </p:nvSpPr>
        <p:spPr>
          <a:xfrm>
            <a:off x="598714" y="711390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E67F23-7662-4CC8-B346-8A66CD5C2E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C9ED7EE-DBC9-E472-D865-CCAE5C8A82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071" y="1343024"/>
            <a:ext cx="7413674" cy="515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84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.*;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Main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public static void sort(int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[]){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int N=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arr.length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for(int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=N/2-1;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&gt;=0;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heapify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arr,N,i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for(int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=N-1;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&gt;0;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--)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int temp=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[0];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[0]=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]=temp;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heapify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(arr,i,0);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static void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heapify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[], int N, 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int largest=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int l=2*i+1;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int r=2*i+2;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if(l&lt;N &amp;&amp;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[l]&gt;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[largest])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largest=l;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if(r&lt;N &amp;&amp;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[r]&gt;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[largest])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largest=r;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3928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</a:p>
          <a:p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108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if(largest!=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int swap=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[largest];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[largest]=swap;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heapify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arr,N,largest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public static void main(String args[]){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Scanner s=new Scanner(System.in);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int n=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s.nextInt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 = new int[n];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for(int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&lt;n;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   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s.nextInt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sort(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("Sorted array is");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for(int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&lt;n;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+ " ");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694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D71EE1CC-5860-4236-A6FD-5629645019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0" b="849"/>
          <a:stretch>
            <a:fillRect/>
          </a:stretch>
        </p:blipFill>
        <p:spPr>
          <a:xfrm rot="355158">
            <a:off x="-214550" y="3101269"/>
            <a:ext cx="4219796" cy="3942674"/>
          </a:xfrm>
          <a:custGeom>
            <a:avLst/>
            <a:gdLst>
              <a:gd name="connsiteX0" fmla="*/ 0 w 4219796"/>
              <a:gd name="connsiteY0" fmla="*/ 0 h 3942674"/>
              <a:gd name="connsiteX1" fmla="*/ 4219796 w 4219796"/>
              <a:gd name="connsiteY1" fmla="*/ 0 h 3942674"/>
              <a:gd name="connsiteX2" fmla="*/ 4219796 w 4219796"/>
              <a:gd name="connsiteY2" fmla="*/ 3547546 h 3942674"/>
              <a:gd name="connsiteX3" fmla="*/ 408778 w 4219796"/>
              <a:gd name="connsiteY3" fmla="*/ 3942674 h 3942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9796" h="3942674">
                <a:moveTo>
                  <a:pt x="0" y="0"/>
                </a:moveTo>
                <a:lnTo>
                  <a:pt x="4219796" y="0"/>
                </a:lnTo>
                <a:lnTo>
                  <a:pt x="4219796" y="3547546"/>
                </a:lnTo>
                <a:lnTo>
                  <a:pt x="408778" y="3942674"/>
                </a:lnTo>
                <a:close/>
              </a:path>
            </a:pathLst>
          </a:cu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A29A662-E105-4DCD-B841-5AE7DE607E52}"/>
              </a:ext>
            </a:extLst>
          </p:cNvPr>
          <p:cNvSpPr/>
          <p:nvPr/>
        </p:nvSpPr>
        <p:spPr>
          <a:xfrm>
            <a:off x="0" y="2438400"/>
            <a:ext cx="12192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0" b="1" dirty="0">
                <a:solidFill>
                  <a:srgbClr val="F05136"/>
                </a:solidFill>
                <a:latin typeface="Nunito Sans" panose="00000500000000000000" pitchFamily="2" charset="0"/>
              </a:rPr>
              <a:t>THANK YOU</a:t>
            </a:r>
            <a:endParaRPr lang="en-US" sz="8000" b="1" dirty="0">
              <a:solidFill>
                <a:srgbClr val="F05136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812E3F-71B2-4B8A-003E-4FB1F1097AF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136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487</Words>
  <Application>Microsoft Office PowerPoint</Application>
  <PresentationFormat>Widescreen</PresentationFormat>
  <Paragraphs>100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Courier New</vt:lpstr>
      <vt:lpstr>Nunito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UMAIYALAKSHMI UMAKANTH</dc:creator>
  <cp:lastModifiedBy>UMAIYALAKSHMI UMAKANTH</cp:lastModifiedBy>
  <cp:revision>2</cp:revision>
  <dcterms:created xsi:type="dcterms:W3CDTF">2024-01-11T12:03:32Z</dcterms:created>
  <dcterms:modified xsi:type="dcterms:W3CDTF">2024-01-16T11:19:00Z</dcterms:modified>
</cp:coreProperties>
</file>