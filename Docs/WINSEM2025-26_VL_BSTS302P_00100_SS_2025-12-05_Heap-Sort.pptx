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Roboto Black"/>
      <p:bold r:id="rId46"/>
      <p:boldItalic r:id="rId47"/>
    </p:embeddedFont>
    <p:embeddedFont>
      <p:font typeface="Roboto"/>
      <p:regular r:id="rId48"/>
      <p:bold r:id="rId49"/>
      <p:italic r:id="rId50"/>
      <p:boldItalic r:id="rId51"/>
    </p:embeddedFont>
    <p:embeddedFont>
      <p:font typeface="Century Schoolbook"/>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56" roundtripDataSignature="AMtx7mjHKUZd5LvdUhQPzXOLoPUNiPwx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A8766D-EB0C-4D99-B237-6EB29787C500}">
  <a:tblStyle styleId="{01A8766D-EB0C-4D99-B237-6EB29787C50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RobotoBlack-bold.fntdata"/><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regular.fntdata"/><Relationship Id="rId47" Type="http://schemas.openxmlformats.org/officeDocument/2006/relationships/font" Target="fonts/RobotoBlack-boldItalic.fntdata"/><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CenturySchoolbook-bold.fntdata"/><Relationship Id="rId52" Type="http://schemas.openxmlformats.org/officeDocument/2006/relationships/font" Target="fonts/CenturySchoolbook-regular.fntdata"/><Relationship Id="rId11" Type="http://schemas.openxmlformats.org/officeDocument/2006/relationships/slide" Target="slides/slide4.xml"/><Relationship Id="rId55" Type="http://schemas.openxmlformats.org/officeDocument/2006/relationships/font" Target="fonts/CenturySchoolbook-boldItalic.fntdata"/><Relationship Id="rId10" Type="http://schemas.openxmlformats.org/officeDocument/2006/relationships/slide" Target="slides/slide3.xml"/><Relationship Id="rId54" Type="http://schemas.openxmlformats.org/officeDocument/2006/relationships/font" Target="fonts/CenturySchoolbook-italic.fntdata"/><Relationship Id="rId13" Type="http://schemas.openxmlformats.org/officeDocument/2006/relationships/slide" Target="slides/slide6.xml"/><Relationship Id="rId12" Type="http://schemas.openxmlformats.org/officeDocument/2006/relationships/slide" Target="slides/slide5.xml"/><Relationship Id="rId56"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06" name="Google Shape;106;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43a3cdda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3" name="Google Shape;113;g3243a3cdda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43a3cdda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0" name="Google Shape;120;g3243a3cdda7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243a3cdda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7" name="Google Shape;127;g3243a3cdda7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43a3cdda7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5" name="Google Shape;135;g3243a3cdda7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243a3cdda7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3" name="Google Shape;143;g3243a3cdda7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43a3cdda7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0" name="Google Shape;150;g3243a3cdda7_0_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43a3cdda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7" name="Google Shape;157;g3243a3cdda7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43a3cdda7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4" name="Google Shape;164;g3243a3cdda7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43a3cdda7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1" name="Google Shape;171;g3243a3cdda7_0_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43a3cdda7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9" name="Google Shape;179;g3243a3cdda7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243a3cdda7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3" name="Google Shape;203;g3243a3cdda7_0_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1fe56d80b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3" name="Google Shape;243;g31fe56d80b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43a3cdda7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5" name="Google Shape;275;g3243a3cdda7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243a3cdda7_0_3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03" name="Google Shape;303;g3243a3cdda7_0_3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243a3cdda7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39" name="Google Shape;339;g3243a3cdda7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243a3cdda7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63" name="Google Shape;363;g3243a3cdda7_0_4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243a3cdda7_0_5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391" name="Google Shape;391;g3243a3cdda7_0_5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243a3cdda7_0_5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415" name="Google Shape;415;g3243a3cdda7_0_5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243a3cdda7_0_5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447" name="Google Shape;447;g3243a3cdda7_0_5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243a3cdda7_0_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471" name="Google Shape;471;g3243a3cdda7_0_5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243a3cdda7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492" name="Google Shape;492;g3243a3cdda7_0_5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243a3cdda7_0_7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518" name="Google Shape;518;g3243a3cdda7_0_7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243a3cdda7_0_7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539" name="Google Shape;539;g3243a3cdda7_0_7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243a3cdda7_0_7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562" name="Google Shape;562;g3243a3cdda7_0_7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243a3cdda7_0_7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579" name="Google Shape;579;g3243a3cdda7_0_7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1fe56d80bc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591" name="Google Shape;591;g31fe56d80b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243a3cdda7_0_7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597" name="Google Shape;597;g3243a3cdda7_0_7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243a3cdda7_0_8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603" name="Google Shape;603;g3243a3cdda7_0_8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610" name="Google Shape;610;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617" name="Google Shape;617;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624" name="Google Shape;624;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631" name="Google Shape;631;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243a3cdda7_0_8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638" name="Google Shape;638;g3243a3cdda7_0_8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2" name="Google Shape;65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3.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2.xml"/><Relationship Id="rId12" Type="http://schemas.openxmlformats.org/officeDocument/2006/relationships/slideLayout" Target="../slideLayouts/slideLayout20.xml"/><Relationship Id="rId1" Type="http://schemas.openxmlformats.org/officeDocument/2006/relationships/image" Target="../media/image2.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5.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8.jp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40951" y="2260382"/>
            <a:ext cx="4690800" cy="754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3700" u="none" cap="none" strike="noStrike">
                <a:solidFill>
                  <a:schemeClr val="lt1"/>
                </a:solidFill>
                <a:latin typeface="Consolas"/>
                <a:ea typeface="Consolas"/>
                <a:cs typeface="Consolas"/>
                <a:sym typeface="Consolas"/>
              </a:rPr>
              <a:t>HEAP SORT</a:t>
            </a:r>
            <a:endParaRPr b="1" i="0" sz="37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09" name="Google Shape;109;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Heap Sort is a comparison-based sorting algorithm that uses a binary heap data structure to sort an array.</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It works by first building a max-heap from the array and then repeatedly extracting the maximum element (at the root) and moving it to the end of the array.</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The array is effectively divided into two parts: the sorted part at the end and the unsorted part at the beginning. The sorted part grows as elements are extracted from the heap.</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0" name="Google Shape;110;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243a3cdda7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16" name="Google Shape;116;g3243a3cdda7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Heap Sort can be used to sort an array of any data type for which a comparison operation is defined. It's commonly used in practice for sorting large datasets because of its time complexity and lack of extra space requirements.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7" name="Google Shape;117;g3243a3cdda7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WHERE IT WORKS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243a3cdda7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23" name="Google Shape;123;g3243a3cdda7_0_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Heap: A binary tree-based data structure that satisfies the heap property. In Heap Sort, we typically use a binary heap. It's either a max-heap or min-heap, where the root node contains the maximum or minimum element, respectively.</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4" name="Google Shape;124;g3243a3cdda7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IMPORTANT TERMINOLOGY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243a3cdda7_0_1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30" name="Google Shape;130;g3243a3cdda7_0_1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Max-Heap: A type of binary heap where the value of each node is greater than or equal to the values of its children. The maximum element is always at the root.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1" name="Google Shape;131;g3243a3cdda7_0_12"/>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IMPORTANT TERMINOLOGY</a:t>
            </a:r>
            <a:endParaRPr b="0" i="0" sz="1400" u="none" cap="none" strike="noStrike">
              <a:solidFill>
                <a:srgbClr val="000000"/>
              </a:solidFill>
              <a:latin typeface="Arial"/>
              <a:ea typeface="Arial"/>
              <a:cs typeface="Arial"/>
              <a:sym typeface="Arial"/>
            </a:endParaRPr>
          </a:p>
        </p:txBody>
      </p:sp>
      <p:pic>
        <p:nvPicPr>
          <p:cNvPr id="132" name="Google Shape;132;g3243a3cdda7_0_12"/>
          <p:cNvPicPr preferRelativeResize="0"/>
          <p:nvPr/>
        </p:nvPicPr>
        <p:blipFill rotWithShape="1">
          <a:blip r:embed="rId3">
            <a:alphaModFix/>
          </a:blip>
          <a:srcRect b="15247" l="21903" r="22673" t="19952"/>
          <a:stretch/>
        </p:blipFill>
        <p:spPr>
          <a:xfrm>
            <a:off x="3242965" y="2703489"/>
            <a:ext cx="3322455" cy="224294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243a3cdda7_0_6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38" name="Google Shape;138;g3243a3cdda7_0_64"/>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Min-Heap: A type of binary heap where the value of each node is less than or equal to the values of its children. The minimum element is always at the root.</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9" name="Google Shape;139;g3243a3cdda7_0_64"/>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IMPORTANT TERMINOLOGY</a:t>
            </a:r>
            <a:endParaRPr b="0" i="0" sz="1400" u="none" cap="none" strike="noStrike">
              <a:solidFill>
                <a:srgbClr val="000000"/>
              </a:solidFill>
              <a:latin typeface="Arial"/>
              <a:ea typeface="Arial"/>
              <a:cs typeface="Arial"/>
              <a:sym typeface="Arial"/>
            </a:endParaRPr>
          </a:p>
        </p:txBody>
      </p:sp>
      <p:pic>
        <p:nvPicPr>
          <p:cNvPr id="140" name="Google Shape;140;g3243a3cdda7_0_64"/>
          <p:cNvPicPr preferRelativeResize="0"/>
          <p:nvPr/>
        </p:nvPicPr>
        <p:blipFill rotWithShape="1">
          <a:blip r:embed="rId3">
            <a:alphaModFix/>
          </a:blip>
          <a:srcRect b="0" l="0" r="0" t="0"/>
          <a:stretch/>
        </p:blipFill>
        <p:spPr>
          <a:xfrm>
            <a:off x="3190801" y="2717650"/>
            <a:ext cx="3482275" cy="229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243a3cdda7_0_27"/>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46" name="Google Shape;146;g3243a3cdda7_0_27"/>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Heapify: A process that ensures that a given binary tree satisfies the heap property. This involves adjusting the elements of the tree to ensure that the parent node is larger (in a max-heap) or smaller (in a min-heap) than its children.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Root: The topmost node in a heap, which contains the maximum (in a max-heap) or minimum (in a min-heap) value in the heap.</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47" name="Google Shape;147;g3243a3cdda7_0_27"/>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IMPORTANT TERMINOLOGY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243a3cdda7_0_5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53" name="Google Shape;153;g3243a3cdda7_0_5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Parent Node: A node in a binary heap that has child nodes. The parent node's value is greater (in a max-heap) or smaller (in a min-heap) than its child nodes.</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Child Node: Nodes in a binary heap that are connected to a parent node. In a max-heap, child nodes have values less than or equal to the parent node, and in a min-heap, they have values greater than or equal to the parent node.</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Leaf Nodes: Nodes in a binary heap that have no children. They are the nodes at the bottom of the heap.</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54" name="Google Shape;154;g3243a3cdda7_0_58"/>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IMPORTANT TERMINOLOGY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243a3cdda7_0_3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60" name="Google Shape;160;g3243a3cdda7_0_34"/>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IMPORTANT TERMINOLOGY</a:t>
            </a:r>
            <a:endParaRPr b="0" i="0" sz="1400" u="none" cap="none" strike="noStrike">
              <a:solidFill>
                <a:srgbClr val="000000"/>
              </a:solidFill>
              <a:latin typeface="Arial"/>
              <a:ea typeface="Arial"/>
              <a:cs typeface="Arial"/>
              <a:sym typeface="Arial"/>
            </a:endParaRPr>
          </a:p>
        </p:txBody>
      </p:sp>
      <p:sp>
        <p:nvSpPr>
          <p:cNvPr id="161" name="Google Shape;161;g3243a3cdda7_0_34"/>
          <p:cNvSpPr txBox="1"/>
          <p:nvPr/>
        </p:nvSpPr>
        <p:spPr>
          <a:xfrm>
            <a:off x="2622389" y="1677649"/>
            <a:ext cx="3657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30 (Root)</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20   15 (Parent Nodes)</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 \   / \</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0" i="0" lang="en-GB" sz="1800" u="none" cap="none" strike="noStrike">
                <a:solidFill>
                  <a:srgbClr val="000000"/>
                </a:solidFill>
                <a:latin typeface="Consolas"/>
                <a:ea typeface="Consolas"/>
                <a:cs typeface="Consolas"/>
                <a:sym typeface="Consolas"/>
              </a:rPr>
              <a:t>  10  12 7  9 (Child Nodes)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243a3cdda7_0_49"/>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67" name="Google Shape;167;g3243a3cdda7_0_49"/>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1. Build a max-heap from the array.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2. Extract the maximum element (root) and move it to the end of the array.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3. Reduce the size of the heap (effectively excluding the last element, which is now sorted).</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4. Restore the max-heap property by calling `heapify` on the root.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5. Repeat steps 2-4 until the heap is empty (i.e., all elements are sorted).</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68" name="Google Shape;168;g3243a3cdda7_0_49"/>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243a3cdda7_0_41"/>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74" name="Google Shape;174;g3243a3cdda7_0_41"/>
          <p:cNvSpPr txBox="1"/>
          <p:nvPr/>
        </p:nvSpPr>
        <p:spPr>
          <a:xfrm>
            <a:off x="172451" y="672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
        <p:nvSpPr>
          <p:cNvPr id="175" name="Google Shape;175;g3243a3cdda7_0_41"/>
          <p:cNvSpPr txBox="1"/>
          <p:nvPr/>
        </p:nvSpPr>
        <p:spPr>
          <a:xfrm>
            <a:off x="332443" y="978736"/>
            <a:ext cx="4435800" cy="3894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heapSort(arr):</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buildMaxHeap(arr)</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for i from n-1 down to 1:</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swap arr[0] and arr[i]</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heapify(arr, i, 0)</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buildMaxHeap(arr):</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n = arr.length</a:t>
            </a:r>
            <a:endParaRPr b="0" i="0" sz="13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for i from n/2 - 1 down to 0:</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heapify(arr, n, i)</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heapify(arr, n, i):</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largest = i</a:t>
            </a:r>
            <a:endParaRPr b="0" i="0" sz="1300" u="none" cap="none" strike="noStrike">
              <a:solidFill>
                <a:srgbClr val="00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left = 2*i + 1</a:t>
            </a:r>
            <a:endParaRPr b="0" i="0" sz="13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GB" sz="1300" u="none" cap="none" strike="noStrike">
                <a:solidFill>
                  <a:srgbClr val="000000"/>
                </a:solidFill>
                <a:latin typeface="Consolas"/>
                <a:ea typeface="Consolas"/>
                <a:cs typeface="Consolas"/>
                <a:sym typeface="Consolas"/>
              </a:rPr>
              <a:t>    right = 2*i + 2</a:t>
            </a:r>
            <a:endParaRPr b="0" i="0" sz="1300" u="none" cap="none" strike="noStrike">
              <a:solidFill>
                <a:srgbClr val="000000"/>
              </a:solidFill>
              <a:latin typeface="Arial"/>
              <a:ea typeface="Arial"/>
              <a:cs typeface="Arial"/>
              <a:sym typeface="Arial"/>
            </a:endParaRPr>
          </a:p>
        </p:txBody>
      </p:sp>
      <p:sp>
        <p:nvSpPr>
          <p:cNvPr id="176" name="Google Shape;176;g3243a3cdda7_0_41"/>
          <p:cNvSpPr txBox="1"/>
          <p:nvPr/>
        </p:nvSpPr>
        <p:spPr>
          <a:xfrm>
            <a:off x="4592250" y="1042275"/>
            <a:ext cx="3000000" cy="278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if left &lt; n and arr[left] &gt; arr[largest]: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largest = left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if right &lt; n and arr[right] &gt; arr[largest]: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largest = right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if largest != i:</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swap arr[i] and arr[largest]</a:t>
            </a:r>
            <a:endParaRPr b="0" i="0" sz="13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350"/>
              <a:buFont typeface="Arial"/>
              <a:buNone/>
            </a:pPr>
            <a:r>
              <a:rPr b="0" i="0" lang="en-GB" sz="1350" u="none" cap="none" strike="noStrike">
                <a:solidFill>
                  <a:schemeClr val="dk1"/>
                </a:solidFill>
                <a:latin typeface="Consolas"/>
                <a:ea typeface="Consolas"/>
                <a:cs typeface="Consolas"/>
                <a:sym typeface="Consolas"/>
              </a:rPr>
              <a:t>        heapify(arr, n, largest)</a:t>
            </a:r>
            <a:endParaRPr b="0" i="0" sz="135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243a3cdda7_0_71"/>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182" name="Google Shape;182;g3243a3cdda7_0_71"/>
          <p:cNvSpPr txBox="1"/>
          <p:nvPr/>
        </p:nvSpPr>
        <p:spPr>
          <a:xfrm>
            <a:off x="172451" y="672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EXAMPLE</a:t>
            </a:r>
            <a:endParaRPr b="0" i="0" sz="1400" u="none" cap="none" strike="noStrike">
              <a:solidFill>
                <a:srgbClr val="000000"/>
              </a:solidFill>
              <a:latin typeface="Arial"/>
              <a:ea typeface="Arial"/>
              <a:cs typeface="Arial"/>
              <a:sym typeface="Arial"/>
            </a:endParaRPr>
          </a:p>
        </p:txBody>
      </p:sp>
      <p:sp>
        <p:nvSpPr>
          <p:cNvPr id="183" name="Google Shape;183;g3243a3cdda7_0_71"/>
          <p:cNvSpPr txBox="1"/>
          <p:nvPr/>
        </p:nvSpPr>
        <p:spPr>
          <a:xfrm>
            <a:off x="458175" y="1170000"/>
            <a:ext cx="7782900" cy="16149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1800"/>
              <a:buFont typeface="Arial"/>
              <a:buNone/>
            </a:pPr>
            <a:r>
              <a:rPr b="0" i="0" lang="en-GB" sz="1800" u="none" cap="none" strike="noStrike">
                <a:solidFill>
                  <a:srgbClr val="000000"/>
                </a:solidFill>
                <a:latin typeface="Times New Roman"/>
                <a:ea typeface="Times New Roman"/>
                <a:cs typeface="Times New Roman"/>
                <a:sym typeface="Times New Roman"/>
              </a:rPr>
              <a:t> </a:t>
            </a:r>
            <a:endParaRPr b="0" i="0" sz="2800" u="none" cap="none" strike="noStrike">
              <a:solidFill>
                <a:srgbClr val="000000"/>
              </a:solidFill>
              <a:latin typeface="Calibri"/>
              <a:ea typeface="Calibri"/>
              <a:cs typeface="Calibri"/>
              <a:sym typeface="Calibri"/>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Times New Roman"/>
                <a:ea typeface="Times New Roman"/>
                <a:cs typeface="Times New Roman"/>
                <a:sym typeface="Times New Roman"/>
              </a:rPr>
              <a:t>To sort the elements in the </a:t>
            </a:r>
            <a:r>
              <a:rPr b="0" i="0" lang="en-GB" sz="1800" u="none" cap="none" strike="noStrike">
                <a:solidFill>
                  <a:srgbClr val="0563C1"/>
                </a:solidFill>
                <a:latin typeface="Times New Roman"/>
                <a:ea typeface="Times New Roman"/>
                <a:cs typeface="Times New Roman"/>
                <a:sym typeface="Times New Roman"/>
              </a:rPr>
              <a:t>decreasing order</a:t>
            </a:r>
            <a:r>
              <a:rPr b="0" i="0" lang="en-GB" sz="1800" u="none" cap="none" strike="noStrike">
                <a:solidFill>
                  <a:srgbClr val="000000"/>
                </a:solidFill>
                <a:latin typeface="Times New Roman"/>
                <a:ea typeface="Times New Roman"/>
                <a:cs typeface="Times New Roman"/>
                <a:sym typeface="Times New Roman"/>
              </a:rPr>
              <a:t>, use a </a:t>
            </a:r>
            <a:r>
              <a:rPr b="0" i="0" lang="en-GB" sz="1800" u="none" cap="none" strike="noStrike">
                <a:solidFill>
                  <a:srgbClr val="0563C1"/>
                </a:solidFill>
                <a:latin typeface="Times New Roman"/>
                <a:ea typeface="Times New Roman"/>
                <a:cs typeface="Times New Roman"/>
                <a:sym typeface="Times New Roman"/>
              </a:rPr>
              <a:t>min heap</a:t>
            </a:r>
            <a:endParaRPr b="0" i="0" sz="2800" u="none" cap="none" strike="noStrike">
              <a:solidFill>
                <a:srgbClr val="000000"/>
              </a:solidFill>
              <a:latin typeface="Calibri"/>
              <a:ea typeface="Calibri"/>
              <a:cs typeface="Calibri"/>
              <a:sym typeface="Calibri"/>
            </a:endParaRPr>
          </a:p>
          <a:p>
            <a:pPr indent="-228600" lvl="0" marL="228600" marR="0" rtl="0" algn="l">
              <a:lnSpc>
                <a:spcPct val="90000"/>
              </a:lnSpc>
              <a:spcBef>
                <a:spcPts val="1000"/>
              </a:spcBef>
              <a:spcAft>
                <a:spcPts val="0"/>
              </a:spcAft>
              <a:buClr>
                <a:srgbClr val="000000"/>
              </a:buClr>
              <a:buSzPts val="1800"/>
              <a:buFont typeface="Arial"/>
              <a:buChar char="•"/>
            </a:pPr>
            <a:r>
              <a:rPr b="0" i="0" lang="en-GB" sz="1800" u="none" cap="none" strike="noStrike">
                <a:solidFill>
                  <a:srgbClr val="000000"/>
                </a:solidFill>
                <a:latin typeface="Times New Roman"/>
                <a:ea typeface="Times New Roman"/>
                <a:cs typeface="Times New Roman"/>
                <a:sym typeface="Times New Roman"/>
              </a:rPr>
              <a:t>To sort the elements in the </a:t>
            </a:r>
            <a:r>
              <a:rPr b="0" i="0" lang="en-GB" sz="1800" u="none" cap="none" strike="noStrike">
                <a:solidFill>
                  <a:srgbClr val="0563C1"/>
                </a:solidFill>
                <a:latin typeface="Times New Roman"/>
                <a:ea typeface="Times New Roman"/>
                <a:cs typeface="Times New Roman"/>
                <a:sym typeface="Times New Roman"/>
              </a:rPr>
              <a:t>increasing order</a:t>
            </a:r>
            <a:r>
              <a:rPr b="0" i="0" lang="en-GB" sz="1800" u="none" cap="none" strike="noStrike">
                <a:solidFill>
                  <a:srgbClr val="000000"/>
                </a:solidFill>
                <a:latin typeface="Times New Roman"/>
                <a:ea typeface="Times New Roman"/>
                <a:cs typeface="Times New Roman"/>
                <a:sym typeface="Times New Roman"/>
              </a:rPr>
              <a:t>, use a </a:t>
            </a:r>
            <a:r>
              <a:rPr b="0" i="0" lang="en-GB" sz="1800" u="none" cap="none" strike="noStrike">
                <a:solidFill>
                  <a:srgbClr val="0563C1"/>
                </a:solidFill>
                <a:latin typeface="Times New Roman"/>
                <a:ea typeface="Times New Roman"/>
                <a:cs typeface="Times New Roman"/>
                <a:sym typeface="Times New Roman"/>
              </a:rPr>
              <a:t>max heap</a:t>
            </a:r>
            <a:endParaRPr b="0" i="0" sz="2800" u="none" cap="none" strike="noStrike">
              <a:solidFill>
                <a:srgbClr val="000000"/>
              </a:solidFill>
              <a:latin typeface="Calibri"/>
              <a:ea typeface="Calibri"/>
              <a:cs typeface="Calibri"/>
              <a:sym typeface="Calibri"/>
            </a:endParaRPr>
          </a:p>
          <a:p>
            <a:pPr indent="-228600" lvl="0" marL="228600" marR="0" rtl="0" algn="l">
              <a:lnSpc>
                <a:spcPct val="90000"/>
              </a:lnSpc>
              <a:spcBef>
                <a:spcPts val="100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184" name="Google Shape;184;g3243a3cdda7_0_71"/>
          <p:cNvSpPr/>
          <p:nvPr/>
        </p:nvSpPr>
        <p:spPr>
          <a:xfrm>
            <a:off x="3972160" y="2730912"/>
            <a:ext cx="431700" cy="377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185" name="Google Shape;185;g3243a3cdda7_0_71"/>
          <p:cNvSpPr txBox="1"/>
          <p:nvPr/>
        </p:nvSpPr>
        <p:spPr>
          <a:xfrm>
            <a:off x="4026094" y="2784737"/>
            <a:ext cx="312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186" name="Google Shape;186;g3243a3cdda7_0_71"/>
          <p:cNvSpPr/>
          <p:nvPr/>
        </p:nvSpPr>
        <p:spPr>
          <a:xfrm>
            <a:off x="3432823" y="3376807"/>
            <a:ext cx="431700" cy="377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187" name="Google Shape;187;g3243a3cdda7_0_71"/>
          <p:cNvSpPr txBox="1"/>
          <p:nvPr/>
        </p:nvSpPr>
        <p:spPr>
          <a:xfrm>
            <a:off x="3486757" y="3430631"/>
            <a:ext cx="312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188" name="Google Shape;188;g3243a3cdda7_0_71"/>
          <p:cNvSpPr/>
          <p:nvPr/>
        </p:nvSpPr>
        <p:spPr>
          <a:xfrm>
            <a:off x="4565430" y="3376807"/>
            <a:ext cx="431700" cy="377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189" name="Google Shape;189;g3243a3cdda7_0_71"/>
          <p:cNvSpPr txBox="1"/>
          <p:nvPr/>
        </p:nvSpPr>
        <p:spPr>
          <a:xfrm>
            <a:off x="4619364" y="3430631"/>
            <a:ext cx="3123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190" name="Google Shape;190;g3243a3cdda7_0_71"/>
          <p:cNvSpPr/>
          <p:nvPr/>
        </p:nvSpPr>
        <p:spPr>
          <a:xfrm>
            <a:off x="3756425" y="4184175"/>
            <a:ext cx="431700" cy="377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191" name="Google Shape;191;g3243a3cdda7_0_71"/>
          <p:cNvSpPr txBox="1"/>
          <p:nvPr/>
        </p:nvSpPr>
        <p:spPr>
          <a:xfrm>
            <a:off x="3810359" y="4238000"/>
            <a:ext cx="22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192" name="Google Shape;192;g3243a3cdda7_0_71"/>
          <p:cNvSpPr/>
          <p:nvPr/>
        </p:nvSpPr>
        <p:spPr>
          <a:xfrm>
            <a:off x="2947420" y="4238000"/>
            <a:ext cx="431700" cy="377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193" name="Google Shape;193;g3243a3cdda7_0_71"/>
          <p:cNvSpPr txBox="1"/>
          <p:nvPr/>
        </p:nvSpPr>
        <p:spPr>
          <a:xfrm>
            <a:off x="3055288" y="4291824"/>
            <a:ext cx="22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194" name="Google Shape;194;g3243a3cdda7_0_71"/>
          <p:cNvSpPr/>
          <p:nvPr/>
        </p:nvSpPr>
        <p:spPr>
          <a:xfrm>
            <a:off x="4295762" y="4184175"/>
            <a:ext cx="431700" cy="377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195" name="Google Shape;195;g3243a3cdda7_0_71"/>
          <p:cNvSpPr txBox="1"/>
          <p:nvPr/>
        </p:nvSpPr>
        <p:spPr>
          <a:xfrm>
            <a:off x="4349695" y="4238000"/>
            <a:ext cx="22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196" name="Google Shape;196;g3243a3cdda7_0_71"/>
          <p:cNvCxnSpPr/>
          <p:nvPr/>
        </p:nvCxnSpPr>
        <p:spPr>
          <a:xfrm flipH="1">
            <a:off x="3756694" y="3053860"/>
            <a:ext cx="269400" cy="377100"/>
          </a:xfrm>
          <a:prstGeom prst="straightConnector1">
            <a:avLst/>
          </a:prstGeom>
          <a:noFill/>
          <a:ln cap="flat" cmpd="sng" w="9525">
            <a:solidFill>
              <a:srgbClr val="000000"/>
            </a:solidFill>
            <a:prstDash val="solid"/>
            <a:round/>
            <a:headEnd len="sm" w="sm" type="none"/>
            <a:tailEnd len="sm" w="sm" type="none"/>
          </a:ln>
        </p:spPr>
      </p:cxnSp>
      <p:cxnSp>
        <p:nvCxnSpPr>
          <p:cNvPr id="197" name="Google Shape;197;g3243a3cdda7_0_71"/>
          <p:cNvCxnSpPr/>
          <p:nvPr/>
        </p:nvCxnSpPr>
        <p:spPr>
          <a:xfrm flipH="1">
            <a:off x="3216991" y="3753579"/>
            <a:ext cx="323700" cy="484500"/>
          </a:xfrm>
          <a:prstGeom prst="straightConnector1">
            <a:avLst/>
          </a:prstGeom>
          <a:noFill/>
          <a:ln cap="flat" cmpd="sng" w="9525">
            <a:solidFill>
              <a:srgbClr val="000000"/>
            </a:solidFill>
            <a:prstDash val="solid"/>
            <a:round/>
            <a:headEnd len="sm" w="sm" type="none"/>
            <a:tailEnd len="sm" w="sm" type="none"/>
          </a:ln>
        </p:spPr>
      </p:cxnSp>
      <p:cxnSp>
        <p:nvCxnSpPr>
          <p:cNvPr id="198" name="Google Shape;198;g3243a3cdda7_0_71"/>
          <p:cNvCxnSpPr/>
          <p:nvPr/>
        </p:nvCxnSpPr>
        <p:spPr>
          <a:xfrm>
            <a:off x="3756425" y="3753579"/>
            <a:ext cx="162000" cy="430500"/>
          </a:xfrm>
          <a:prstGeom prst="straightConnector1">
            <a:avLst/>
          </a:prstGeom>
          <a:noFill/>
          <a:ln cap="flat" cmpd="sng" w="9525">
            <a:solidFill>
              <a:srgbClr val="000000"/>
            </a:solidFill>
            <a:prstDash val="solid"/>
            <a:round/>
            <a:headEnd len="sm" w="sm" type="none"/>
            <a:tailEnd len="sm" w="sm" type="none"/>
          </a:ln>
        </p:spPr>
      </p:cxnSp>
      <p:cxnSp>
        <p:nvCxnSpPr>
          <p:cNvPr id="199" name="Google Shape;199;g3243a3cdda7_0_71"/>
          <p:cNvCxnSpPr/>
          <p:nvPr/>
        </p:nvCxnSpPr>
        <p:spPr>
          <a:xfrm>
            <a:off x="4349695" y="3053860"/>
            <a:ext cx="269400" cy="377100"/>
          </a:xfrm>
          <a:prstGeom prst="straightConnector1">
            <a:avLst/>
          </a:prstGeom>
          <a:noFill/>
          <a:ln cap="flat" cmpd="sng" w="9525">
            <a:solidFill>
              <a:srgbClr val="000000"/>
            </a:solidFill>
            <a:prstDash val="solid"/>
            <a:round/>
            <a:headEnd len="sm" w="sm" type="none"/>
            <a:tailEnd len="sm" w="sm" type="none"/>
          </a:ln>
        </p:spPr>
      </p:cxnSp>
      <p:cxnSp>
        <p:nvCxnSpPr>
          <p:cNvPr id="200" name="Google Shape;200;g3243a3cdda7_0_71"/>
          <p:cNvCxnSpPr/>
          <p:nvPr/>
        </p:nvCxnSpPr>
        <p:spPr>
          <a:xfrm flipH="1">
            <a:off x="4511231" y="3753579"/>
            <a:ext cx="216000" cy="430500"/>
          </a:xfrm>
          <a:prstGeom prst="straightConnector1">
            <a:avLst/>
          </a:prstGeom>
          <a:noFill/>
          <a:ln cap="flat" cmpd="sng" w="9525">
            <a:solidFill>
              <a:srgbClr val="000000"/>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243a3cdda7_0_23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206" name="Google Shape;206;g3243a3cdda7_0_234"/>
          <p:cNvSpPr txBox="1"/>
          <p:nvPr/>
        </p:nvSpPr>
        <p:spPr>
          <a:xfrm>
            <a:off x="172451" y="672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EXAMPLE</a:t>
            </a:r>
            <a:endParaRPr b="0" i="0" sz="1400" u="none" cap="none" strike="noStrike">
              <a:solidFill>
                <a:srgbClr val="000000"/>
              </a:solidFill>
              <a:latin typeface="Arial"/>
              <a:ea typeface="Arial"/>
              <a:cs typeface="Arial"/>
              <a:sym typeface="Arial"/>
            </a:endParaRPr>
          </a:p>
        </p:txBody>
      </p:sp>
      <p:sp>
        <p:nvSpPr>
          <p:cNvPr id="207" name="Google Shape;207;g3243a3cdda7_0_234"/>
          <p:cNvSpPr/>
          <p:nvPr/>
        </p:nvSpPr>
        <p:spPr>
          <a:xfrm>
            <a:off x="2014710" y="1406917"/>
            <a:ext cx="657000" cy="366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08" name="Google Shape;208;g3243a3cdda7_0_234"/>
          <p:cNvSpPr txBox="1"/>
          <p:nvPr/>
        </p:nvSpPr>
        <p:spPr>
          <a:xfrm>
            <a:off x="5658661" y="1425430"/>
            <a:ext cx="47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209" name="Google Shape;209;g3243a3cdda7_0_234"/>
          <p:cNvSpPr/>
          <p:nvPr/>
        </p:nvSpPr>
        <p:spPr>
          <a:xfrm>
            <a:off x="1193152" y="2034191"/>
            <a:ext cx="657000" cy="366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10" name="Google Shape;210;g3243a3cdda7_0_234"/>
          <p:cNvSpPr txBox="1"/>
          <p:nvPr/>
        </p:nvSpPr>
        <p:spPr>
          <a:xfrm>
            <a:off x="1275308" y="2086464"/>
            <a:ext cx="47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211" name="Google Shape;211;g3243a3cdda7_0_234"/>
          <p:cNvSpPr/>
          <p:nvPr/>
        </p:nvSpPr>
        <p:spPr>
          <a:xfrm>
            <a:off x="2918423" y="2034191"/>
            <a:ext cx="657000" cy="366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12" name="Google Shape;212;g3243a3cdda7_0_234"/>
          <p:cNvSpPr txBox="1"/>
          <p:nvPr/>
        </p:nvSpPr>
        <p:spPr>
          <a:xfrm>
            <a:off x="3000579" y="2086464"/>
            <a:ext cx="472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213" name="Google Shape;213;g3243a3cdda7_0_234"/>
          <p:cNvSpPr/>
          <p:nvPr/>
        </p:nvSpPr>
        <p:spPr>
          <a:xfrm>
            <a:off x="1686087" y="2818283"/>
            <a:ext cx="657000" cy="366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14" name="Google Shape;214;g3243a3cdda7_0_234"/>
          <p:cNvSpPr txBox="1"/>
          <p:nvPr/>
        </p:nvSpPr>
        <p:spPr>
          <a:xfrm>
            <a:off x="1768242" y="2870556"/>
            <a:ext cx="335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215" name="Google Shape;215;g3243a3cdda7_0_234"/>
          <p:cNvSpPr/>
          <p:nvPr/>
        </p:nvSpPr>
        <p:spPr>
          <a:xfrm>
            <a:off x="453750" y="2766010"/>
            <a:ext cx="657000" cy="366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16" name="Google Shape;216;g3243a3cdda7_0_234"/>
          <p:cNvSpPr txBox="1"/>
          <p:nvPr/>
        </p:nvSpPr>
        <p:spPr>
          <a:xfrm>
            <a:off x="535906" y="2818284"/>
            <a:ext cx="335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217" name="Google Shape;217;g3243a3cdda7_0_234"/>
          <p:cNvSpPr/>
          <p:nvPr/>
        </p:nvSpPr>
        <p:spPr>
          <a:xfrm>
            <a:off x="2507644" y="2818283"/>
            <a:ext cx="657000" cy="366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18" name="Google Shape;218;g3243a3cdda7_0_234"/>
          <p:cNvSpPr txBox="1"/>
          <p:nvPr/>
        </p:nvSpPr>
        <p:spPr>
          <a:xfrm>
            <a:off x="2589800" y="2870556"/>
            <a:ext cx="335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219" name="Google Shape;219;g3243a3cdda7_0_234"/>
          <p:cNvCxnSpPr/>
          <p:nvPr/>
        </p:nvCxnSpPr>
        <p:spPr>
          <a:xfrm flipH="1">
            <a:off x="1686121" y="1720554"/>
            <a:ext cx="492900" cy="366000"/>
          </a:xfrm>
          <a:prstGeom prst="straightConnector1">
            <a:avLst/>
          </a:prstGeom>
          <a:noFill/>
          <a:ln cap="flat" cmpd="sng" w="9525">
            <a:solidFill>
              <a:srgbClr val="000000"/>
            </a:solidFill>
            <a:prstDash val="solid"/>
            <a:round/>
            <a:headEnd len="sm" w="sm" type="none"/>
            <a:tailEnd len="sm" w="sm" type="none"/>
          </a:ln>
        </p:spPr>
      </p:cxnSp>
      <p:cxnSp>
        <p:nvCxnSpPr>
          <p:cNvPr id="220" name="Google Shape;220;g3243a3cdda7_0_234"/>
          <p:cNvCxnSpPr/>
          <p:nvPr/>
        </p:nvCxnSpPr>
        <p:spPr>
          <a:xfrm flipH="1">
            <a:off x="946764" y="2400100"/>
            <a:ext cx="410700" cy="418200"/>
          </a:xfrm>
          <a:prstGeom prst="straightConnector1">
            <a:avLst/>
          </a:prstGeom>
          <a:noFill/>
          <a:ln cap="flat" cmpd="sng" w="9525">
            <a:solidFill>
              <a:srgbClr val="000000"/>
            </a:solidFill>
            <a:prstDash val="solid"/>
            <a:round/>
            <a:headEnd len="sm" w="sm" type="none"/>
            <a:tailEnd len="sm" w="sm" type="none"/>
          </a:ln>
        </p:spPr>
      </p:cxnSp>
      <p:cxnSp>
        <p:nvCxnSpPr>
          <p:cNvPr id="221" name="Google Shape;221;g3243a3cdda7_0_234"/>
          <p:cNvCxnSpPr/>
          <p:nvPr/>
        </p:nvCxnSpPr>
        <p:spPr>
          <a:xfrm>
            <a:off x="1686087" y="2347828"/>
            <a:ext cx="246600" cy="470400"/>
          </a:xfrm>
          <a:prstGeom prst="straightConnector1">
            <a:avLst/>
          </a:prstGeom>
          <a:noFill/>
          <a:ln cap="flat" cmpd="sng" w="9525">
            <a:solidFill>
              <a:srgbClr val="000000"/>
            </a:solidFill>
            <a:prstDash val="solid"/>
            <a:round/>
            <a:headEnd len="sm" w="sm" type="none"/>
            <a:tailEnd len="sm" w="sm" type="none"/>
          </a:ln>
        </p:spPr>
      </p:cxnSp>
      <p:cxnSp>
        <p:nvCxnSpPr>
          <p:cNvPr id="222" name="Google Shape;222;g3243a3cdda7_0_234"/>
          <p:cNvCxnSpPr/>
          <p:nvPr/>
        </p:nvCxnSpPr>
        <p:spPr>
          <a:xfrm>
            <a:off x="2589800" y="1720554"/>
            <a:ext cx="410700" cy="366000"/>
          </a:xfrm>
          <a:prstGeom prst="straightConnector1">
            <a:avLst/>
          </a:prstGeom>
          <a:noFill/>
          <a:ln cap="flat" cmpd="sng" w="9525">
            <a:solidFill>
              <a:srgbClr val="000000"/>
            </a:solidFill>
            <a:prstDash val="solid"/>
            <a:round/>
            <a:headEnd len="sm" w="sm" type="none"/>
            <a:tailEnd len="sm" w="sm" type="none"/>
          </a:ln>
        </p:spPr>
      </p:cxnSp>
      <p:cxnSp>
        <p:nvCxnSpPr>
          <p:cNvPr id="223" name="Google Shape;223;g3243a3cdda7_0_234"/>
          <p:cNvCxnSpPr/>
          <p:nvPr/>
        </p:nvCxnSpPr>
        <p:spPr>
          <a:xfrm flipH="1">
            <a:off x="2836391" y="2400100"/>
            <a:ext cx="328500" cy="418200"/>
          </a:xfrm>
          <a:prstGeom prst="straightConnector1">
            <a:avLst/>
          </a:prstGeom>
          <a:noFill/>
          <a:ln cap="flat" cmpd="sng" w="9525">
            <a:solidFill>
              <a:srgbClr val="000000"/>
            </a:solidFill>
            <a:prstDash val="solid"/>
            <a:round/>
            <a:headEnd len="sm" w="sm" type="none"/>
            <a:tailEnd len="sm" w="sm" type="none"/>
          </a:ln>
        </p:spPr>
      </p:cxnSp>
      <p:sp>
        <p:nvSpPr>
          <p:cNvPr id="224" name="Google Shape;224;g3243a3cdda7_0_234"/>
          <p:cNvSpPr txBox="1"/>
          <p:nvPr/>
        </p:nvSpPr>
        <p:spPr>
          <a:xfrm>
            <a:off x="5119515" y="4091345"/>
            <a:ext cx="4761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225" name="Google Shape;225;g3243a3cdda7_0_234"/>
          <p:cNvSpPr txBox="1"/>
          <p:nvPr/>
        </p:nvSpPr>
        <p:spPr>
          <a:xfrm>
            <a:off x="1768244" y="4079364"/>
            <a:ext cx="4761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226" name="Google Shape;226;g3243a3cdda7_0_234"/>
          <p:cNvSpPr txBox="1"/>
          <p:nvPr/>
        </p:nvSpPr>
        <p:spPr>
          <a:xfrm>
            <a:off x="2250909" y="4076098"/>
            <a:ext cx="4761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227" name="Google Shape;227;g3243a3cdda7_0_234"/>
          <p:cNvSpPr txBox="1"/>
          <p:nvPr/>
        </p:nvSpPr>
        <p:spPr>
          <a:xfrm>
            <a:off x="2726728" y="4075008"/>
            <a:ext cx="339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228" name="Google Shape;228;g3243a3cdda7_0_234"/>
          <p:cNvSpPr txBox="1"/>
          <p:nvPr/>
        </p:nvSpPr>
        <p:spPr>
          <a:xfrm>
            <a:off x="3067332" y="4073920"/>
            <a:ext cx="339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229" name="Google Shape;229;g3243a3cdda7_0_234"/>
          <p:cNvSpPr txBox="1"/>
          <p:nvPr/>
        </p:nvSpPr>
        <p:spPr>
          <a:xfrm>
            <a:off x="3406225" y="4079364"/>
            <a:ext cx="339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230" name="Google Shape;230;g3243a3cdda7_0_234"/>
          <p:cNvSpPr txBox="1"/>
          <p:nvPr/>
        </p:nvSpPr>
        <p:spPr>
          <a:xfrm>
            <a:off x="1573124" y="3723256"/>
            <a:ext cx="1120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231" name="Google Shape;231;g3243a3cdda7_0_234"/>
          <p:cNvSpPr txBox="1"/>
          <p:nvPr/>
        </p:nvSpPr>
        <p:spPr>
          <a:xfrm>
            <a:off x="4157607" y="3611087"/>
            <a:ext cx="1025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cxnSp>
        <p:nvCxnSpPr>
          <p:cNvPr id="232" name="Google Shape;232;g3243a3cdda7_0_234"/>
          <p:cNvCxnSpPr/>
          <p:nvPr/>
        </p:nvCxnSpPr>
        <p:spPr>
          <a:xfrm>
            <a:off x="2510512" y="1552660"/>
            <a:ext cx="2325900" cy="18900"/>
          </a:xfrm>
          <a:prstGeom prst="straightConnector1">
            <a:avLst/>
          </a:prstGeom>
          <a:noFill/>
          <a:ln cap="flat" cmpd="sng" w="9525">
            <a:solidFill>
              <a:srgbClr val="000000"/>
            </a:solidFill>
            <a:prstDash val="dash"/>
            <a:round/>
            <a:headEnd len="sm" w="sm" type="none"/>
            <a:tailEnd len="med" w="med" type="triangle"/>
          </a:ln>
        </p:spPr>
      </p:cxnSp>
      <p:sp>
        <p:nvSpPr>
          <p:cNvPr id="233" name="Google Shape;233;g3243a3cdda7_0_234"/>
          <p:cNvSpPr txBox="1"/>
          <p:nvPr/>
        </p:nvSpPr>
        <p:spPr>
          <a:xfrm>
            <a:off x="3358301" y="1287125"/>
            <a:ext cx="2105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Take out biggest</a:t>
            </a:r>
            <a:endParaRPr b="0" i="0" sz="1400" u="none" cap="none" strike="noStrike">
              <a:solidFill>
                <a:srgbClr val="000000"/>
              </a:solidFill>
              <a:latin typeface="Arial"/>
              <a:ea typeface="Arial"/>
              <a:cs typeface="Arial"/>
              <a:sym typeface="Arial"/>
            </a:endParaRPr>
          </a:p>
        </p:txBody>
      </p:sp>
      <p:cxnSp>
        <p:nvCxnSpPr>
          <p:cNvPr id="234" name="Google Shape;234;g3243a3cdda7_0_234"/>
          <p:cNvCxnSpPr/>
          <p:nvPr/>
        </p:nvCxnSpPr>
        <p:spPr>
          <a:xfrm flipH="1" rot="10800000">
            <a:off x="3156333" y="2943548"/>
            <a:ext cx="1161900" cy="46800"/>
          </a:xfrm>
          <a:prstGeom prst="straightConnector1">
            <a:avLst/>
          </a:prstGeom>
          <a:noFill/>
          <a:ln cap="flat" cmpd="sng" w="9525">
            <a:solidFill>
              <a:srgbClr val="000000"/>
            </a:solidFill>
            <a:prstDash val="solid"/>
            <a:round/>
            <a:headEnd len="sm" w="sm" type="none"/>
            <a:tailEnd len="sm" w="sm" type="none"/>
          </a:ln>
        </p:spPr>
      </p:cxnSp>
      <p:cxnSp>
        <p:nvCxnSpPr>
          <p:cNvPr id="235" name="Google Shape;235;g3243a3cdda7_0_234"/>
          <p:cNvCxnSpPr/>
          <p:nvPr/>
        </p:nvCxnSpPr>
        <p:spPr>
          <a:xfrm>
            <a:off x="4297956" y="1708575"/>
            <a:ext cx="20700" cy="1228500"/>
          </a:xfrm>
          <a:prstGeom prst="straightConnector1">
            <a:avLst/>
          </a:prstGeom>
          <a:noFill/>
          <a:ln cap="flat" cmpd="sng" w="9525">
            <a:solidFill>
              <a:srgbClr val="000000"/>
            </a:solidFill>
            <a:prstDash val="solid"/>
            <a:round/>
            <a:headEnd len="sm" w="sm" type="none"/>
            <a:tailEnd len="sm" w="sm" type="none"/>
          </a:ln>
        </p:spPr>
      </p:cxnSp>
      <p:cxnSp>
        <p:nvCxnSpPr>
          <p:cNvPr id="236" name="Google Shape;236;g3243a3cdda7_0_234"/>
          <p:cNvCxnSpPr/>
          <p:nvPr/>
        </p:nvCxnSpPr>
        <p:spPr>
          <a:xfrm rot="10800000">
            <a:off x="2678786" y="1623741"/>
            <a:ext cx="1608900" cy="78300"/>
          </a:xfrm>
          <a:prstGeom prst="straightConnector1">
            <a:avLst/>
          </a:prstGeom>
          <a:noFill/>
          <a:ln cap="flat" cmpd="sng" w="9525">
            <a:solidFill>
              <a:srgbClr val="000000"/>
            </a:solidFill>
            <a:prstDash val="solid"/>
            <a:round/>
            <a:headEnd len="sm" w="sm" type="none"/>
            <a:tailEnd len="med" w="med" type="triangle"/>
          </a:ln>
        </p:spPr>
      </p:cxnSp>
      <p:sp>
        <p:nvSpPr>
          <p:cNvPr id="237" name="Google Shape;237;g3243a3cdda7_0_234"/>
          <p:cNvSpPr txBox="1"/>
          <p:nvPr/>
        </p:nvSpPr>
        <p:spPr>
          <a:xfrm>
            <a:off x="4489653" y="2205167"/>
            <a:ext cx="27471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Move the last element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to the root</a:t>
            </a:r>
            <a:endParaRPr b="0" i="0" sz="1400" u="none" cap="none" strike="noStrike">
              <a:solidFill>
                <a:srgbClr val="000000"/>
              </a:solidFill>
              <a:latin typeface="Arial"/>
              <a:ea typeface="Arial"/>
              <a:cs typeface="Arial"/>
              <a:sym typeface="Arial"/>
            </a:endParaRPr>
          </a:p>
        </p:txBody>
      </p:sp>
      <p:cxnSp>
        <p:nvCxnSpPr>
          <p:cNvPr id="238" name="Google Shape;238;g3243a3cdda7_0_234"/>
          <p:cNvCxnSpPr/>
          <p:nvPr/>
        </p:nvCxnSpPr>
        <p:spPr>
          <a:xfrm>
            <a:off x="3603055" y="4343997"/>
            <a:ext cx="0" cy="118800"/>
          </a:xfrm>
          <a:prstGeom prst="straightConnector1">
            <a:avLst/>
          </a:prstGeom>
          <a:noFill/>
          <a:ln cap="flat" cmpd="sng" w="9525">
            <a:solidFill>
              <a:srgbClr val="000000"/>
            </a:solidFill>
            <a:prstDash val="solid"/>
            <a:round/>
            <a:headEnd len="sm" w="sm" type="none"/>
            <a:tailEnd len="sm" w="sm" type="none"/>
          </a:ln>
        </p:spPr>
      </p:cxnSp>
      <p:cxnSp>
        <p:nvCxnSpPr>
          <p:cNvPr id="239" name="Google Shape;239;g3243a3cdda7_0_234"/>
          <p:cNvCxnSpPr/>
          <p:nvPr/>
        </p:nvCxnSpPr>
        <p:spPr>
          <a:xfrm rot="10800000">
            <a:off x="1598455" y="4456099"/>
            <a:ext cx="2004600" cy="6600"/>
          </a:xfrm>
          <a:prstGeom prst="straightConnector1">
            <a:avLst/>
          </a:prstGeom>
          <a:noFill/>
          <a:ln cap="flat" cmpd="sng" w="9525">
            <a:solidFill>
              <a:srgbClr val="000000"/>
            </a:solidFill>
            <a:prstDash val="solid"/>
            <a:round/>
            <a:headEnd len="sm" w="sm" type="none"/>
            <a:tailEnd len="sm" w="sm" type="none"/>
          </a:ln>
        </p:spPr>
      </p:cxnSp>
      <p:cxnSp>
        <p:nvCxnSpPr>
          <p:cNvPr id="240" name="Google Shape;240;g3243a3cdda7_0_234"/>
          <p:cNvCxnSpPr/>
          <p:nvPr/>
        </p:nvCxnSpPr>
        <p:spPr>
          <a:xfrm rot="10800000">
            <a:off x="1588527" y="4363698"/>
            <a:ext cx="0" cy="990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1fe56d80bc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pic>
        <p:nvPicPr>
          <p:cNvPr descr="Picture1-removebg-preview" id="246" name="Google Shape;246;g31fe56d80bc_0_0"/>
          <p:cNvPicPr preferRelativeResize="0"/>
          <p:nvPr/>
        </p:nvPicPr>
        <p:blipFill rotWithShape="1">
          <a:blip r:embed="rId3">
            <a:alphaModFix/>
          </a:blip>
          <a:srcRect b="0" l="0" r="0" t="0"/>
          <a:stretch/>
        </p:blipFill>
        <p:spPr>
          <a:xfrm>
            <a:off x="9647853" y="6129030"/>
            <a:ext cx="2544147" cy="727690"/>
          </a:xfrm>
          <a:prstGeom prst="rect">
            <a:avLst/>
          </a:prstGeom>
          <a:noFill/>
          <a:ln>
            <a:noFill/>
          </a:ln>
        </p:spPr>
      </p:pic>
      <p:sp>
        <p:nvSpPr>
          <p:cNvPr id="247" name="Google Shape;247;g31fe56d80bc_0_0"/>
          <p:cNvSpPr/>
          <p:nvPr/>
        </p:nvSpPr>
        <p:spPr>
          <a:xfrm>
            <a:off x="3675459" y="1170000"/>
            <a:ext cx="691800" cy="4407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48" name="Google Shape;248;g31fe56d80bc_0_0"/>
          <p:cNvSpPr/>
          <p:nvPr/>
        </p:nvSpPr>
        <p:spPr>
          <a:xfrm>
            <a:off x="2810350" y="1925468"/>
            <a:ext cx="691800" cy="4407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49" name="Google Shape;249;g31fe56d80bc_0_0"/>
          <p:cNvSpPr txBox="1"/>
          <p:nvPr/>
        </p:nvSpPr>
        <p:spPr>
          <a:xfrm>
            <a:off x="2896861" y="1988424"/>
            <a:ext cx="49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250" name="Google Shape;250;g31fe56d80bc_0_0"/>
          <p:cNvSpPr/>
          <p:nvPr/>
        </p:nvSpPr>
        <p:spPr>
          <a:xfrm>
            <a:off x="4627078" y="1925468"/>
            <a:ext cx="691800" cy="4407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51" name="Google Shape;251;g31fe56d80bc_0_0"/>
          <p:cNvSpPr txBox="1"/>
          <p:nvPr/>
        </p:nvSpPr>
        <p:spPr>
          <a:xfrm>
            <a:off x="4713589" y="1988424"/>
            <a:ext cx="49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252" name="Google Shape;252;g31fe56d80bc_0_0"/>
          <p:cNvSpPr/>
          <p:nvPr/>
        </p:nvSpPr>
        <p:spPr>
          <a:xfrm>
            <a:off x="3329415" y="2869802"/>
            <a:ext cx="691800" cy="4407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53" name="Google Shape;253;g31fe56d80bc_0_0"/>
          <p:cNvSpPr txBox="1"/>
          <p:nvPr/>
        </p:nvSpPr>
        <p:spPr>
          <a:xfrm>
            <a:off x="3415926" y="2932759"/>
            <a:ext cx="353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254" name="Google Shape;254;g31fe56d80bc_0_0"/>
          <p:cNvSpPr/>
          <p:nvPr/>
        </p:nvSpPr>
        <p:spPr>
          <a:xfrm>
            <a:off x="2031752" y="2806847"/>
            <a:ext cx="691800" cy="4407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55" name="Google Shape;255;g31fe56d80bc_0_0"/>
          <p:cNvSpPr txBox="1"/>
          <p:nvPr/>
        </p:nvSpPr>
        <p:spPr>
          <a:xfrm>
            <a:off x="2118263" y="2869803"/>
            <a:ext cx="353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256" name="Google Shape;256;g31fe56d80bc_0_0"/>
          <p:cNvSpPr txBox="1"/>
          <p:nvPr/>
        </p:nvSpPr>
        <p:spPr>
          <a:xfrm>
            <a:off x="3844876" y="1239514"/>
            <a:ext cx="353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257" name="Google Shape;257;g31fe56d80bc_0_0"/>
          <p:cNvCxnSpPr/>
          <p:nvPr/>
        </p:nvCxnSpPr>
        <p:spPr>
          <a:xfrm flipH="1">
            <a:off x="3329480" y="1547734"/>
            <a:ext cx="519000" cy="440700"/>
          </a:xfrm>
          <a:prstGeom prst="straightConnector1">
            <a:avLst/>
          </a:prstGeom>
          <a:noFill/>
          <a:ln cap="flat" cmpd="sng" w="9525">
            <a:solidFill>
              <a:srgbClr val="000000"/>
            </a:solidFill>
            <a:prstDash val="solid"/>
            <a:round/>
            <a:headEnd len="sm" w="sm" type="none"/>
            <a:tailEnd len="sm" w="sm" type="none"/>
          </a:ln>
        </p:spPr>
      </p:cxnSp>
      <p:cxnSp>
        <p:nvCxnSpPr>
          <p:cNvPr id="258" name="Google Shape;258;g31fe56d80bc_0_0"/>
          <p:cNvCxnSpPr/>
          <p:nvPr/>
        </p:nvCxnSpPr>
        <p:spPr>
          <a:xfrm flipH="1">
            <a:off x="2550772" y="2366157"/>
            <a:ext cx="432600" cy="503700"/>
          </a:xfrm>
          <a:prstGeom prst="straightConnector1">
            <a:avLst/>
          </a:prstGeom>
          <a:noFill/>
          <a:ln cap="flat" cmpd="sng" w="9525">
            <a:solidFill>
              <a:srgbClr val="000000"/>
            </a:solidFill>
            <a:prstDash val="solid"/>
            <a:round/>
            <a:headEnd len="sm" w="sm" type="none"/>
            <a:tailEnd len="sm" w="sm" type="none"/>
          </a:ln>
        </p:spPr>
      </p:cxnSp>
      <p:cxnSp>
        <p:nvCxnSpPr>
          <p:cNvPr id="259" name="Google Shape;259;g31fe56d80bc_0_0"/>
          <p:cNvCxnSpPr/>
          <p:nvPr/>
        </p:nvCxnSpPr>
        <p:spPr>
          <a:xfrm>
            <a:off x="3329415" y="2303202"/>
            <a:ext cx="259500" cy="566700"/>
          </a:xfrm>
          <a:prstGeom prst="straightConnector1">
            <a:avLst/>
          </a:prstGeom>
          <a:noFill/>
          <a:ln cap="flat" cmpd="sng" w="9525">
            <a:solidFill>
              <a:srgbClr val="000000"/>
            </a:solidFill>
            <a:prstDash val="solid"/>
            <a:round/>
            <a:headEnd len="sm" w="sm" type="none"/>
            <a:tailEnd len="sm" w="sm" type="none"/>
          </a:ln>
        </p:spPr>
      </p:cxnSp>
      <p:cxnSp>
        <p:nvCxnSpPr>
          <p:cNvPr id="260" name="Google Shape;260;g31fe56d80bc_0_0"/>
          <p:cNvCxnSpPr/>
          <p:nvPr/>
        </p:nvCxnSpPr>
        <p:spPr>
          <a:xfrm>
            <a:off x="4281035" y="1547734"/>
            <a:ext cx="432600" cy="440700"/>
          </a:xfrm>
          <a:prstGeom prst="straightConnector1">
            <a:avLst/>
          </a:prstGeom>
          <a:noFill/>
          <a:ln cap="flat" cmpd="sng" w="9525">
            <a:solidFill>
              <a:srgbClr val="000000"/>
            </a:solidFill>
            <a:prstDash val="solid"/>
            <a:round/>
            <a:headEnd len="sm" w="sm" type="none"/>
            <a:tailEnd len="sm" w="sm" type="none"/>
          </a:ln>
        </p:spPr>
      </p:cxnSp>
      <p:sp>
        <p:nvSpPr>
          <p:cNvPr id="261" name="Google Shape;261;g31fe56d80bc_0_0"/>
          <p:cNvSpPr txBox="1"/>
          <p:nvPr/>
        </p:nvSpPr>
        <p:spPr>
          <a:xfrm>
            <a:off x="6944849" y="4403036"/>
            <a:ext cx="5007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262" name="Google Shape;262;g31fe56d80bc_0_0"/>
          <p:cNvSpPr txBox="1"/>
          <p:nvPr/>
        </p:nvSpPr>
        <p:spPr>
          <a:xfrm>
            <a:off x="3415927" y="4388607"/>
            <a:ext cx="5007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263" name="Google Shape;263;g31fe56d80bc_0_0"/>
          <p:cNvSpPr txBox="1"/>
          <p:nvPr/>
        </p:nvSpPr>
        <p:spPr>
          <a:xfrm>
            <a:off x="3924178" y="4384674"/>
            <a:ext cx="5007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264" name="Google Shape;264;g31fe56d80bc_0_0"/>
          <p:cNvSpPr txBox="1"/>
          <p:nvPr/>
        </p:nvSpPr>
        <p:spPr>
          <a:xfrm>
            <a:off x="4425220" y="4383361"/>
            <a:ext cx="357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265" name="Google Shape;265;g31fe56d80bc_0_0"/>
          <p:cNvSpPr txBox="1"/>
          <p:nvPr/>
        </p:nvSpPr>
        <p:spPr>
          <a:xfrm>
            <a:off x="4783881" y="4382050"/>
            <a:ext cx="357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266" name="Google Shape;266;g31fe56d80bc_0_0"/>
          <p:cNvSpPr txBox="1"/>
          <p:nvPr/>
        </p:nvSpPr>
        <p:spPr>
          <a:xfrm>
            <a:off x="3051861" y="4380738"/>
            <a:ext cx="357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267" name="Google Shape;267;g31fe56d80bc_0_0"/>
          <p:cNvSpPr txBox="1"/>
          <p:nvPr/>
        </p:nvSpPr>
        <p:spPr>
          <a:xfrm>
            <a:off x="3210464" y="3959722"/>
            <a:ext cx="1179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268" name="Google Shape;268;g31fe56d80bc_0_0"/>
          <p:cNvSpPr txBox="1"/>
          <p:nvPr/>
        </p:nvSpPr>
        <p:spPr>
          <a:xfrm>
            <a:off x="5931951" y="3824629"/>
            <a:ext cx="10797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
        <p:nvSpPr>
          <p:cNvPr id="269" name="Google Shape;269;g31fe56d80bc_0_0"/>
          <p:cNvSpPr txBox="1"/>
          <p:nvPr/>
        </p:nvSpPr>
        <p:spPr>
          <a:xfrm>
            <a:off x="488975" y="1638233"/>
            <a:ext cx="1622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HEAPIFY()</a:t>
            </a:r>
            <a:endParaRPr b="0" i="0" sz="1400" u="none" cap="none" strike="noStrike">
              <a:solidFill>
                <a:srgbClr val="000000"/>
              </a:solidFill>
              <a:latin typeface="Arial"/>
              <a:ea typeface="Arial"/>
              <a:cs typeface="Arial"/>
              <a:sym typeface="Arial"/>
            </a:endParaRPr>
          </a:p>
        </p:txBody>
      </p:sp>
      <p:cxnSp>
        <p:nvCxnSpPr>
          <p:cNvPr id="270" name="Google Shape;270;g31fe56d80bc_0_0"/>
          <p:cNvCxnSpPr/>
          <p:nvPr/>
        </p:nvCxnSpPr>
        <p:spPr>
          <a:xfrm>
            <a:off x="5063238" y="1597574"/>
            <a:ext cx="75600" cy="342300"/>
          </a:xfrm>
          <a:prstGeom prst="straightConnector1">
            <a:avLst/>
          </a:prstGeom>
          <a:noFill/>
          <a:ln cap="flat" cmpd="sng" w="9525">
            <a:solidFill>
              <a:srgbClr val="000000"/>
            </a:solidFill>
            <a:prstDash val="solid"/>
            <a:round/>
            <a:headEnd len="sm" w="sm" type="none"/>
            <a:tailEnd len="med" w="med" type="triangle"/>
          </a:ln>
        </p:spPr>
      </p:cxnSp>
      <p:cxnSp>
        <p:nvCxnSpPr>
          <p:cNvPr id="271" name="Google Shape;271;g31fe56d80bc_0_0"/>
          <p:cNvCxnSpPr/>
          <p:nvPr/>
        </p:nvCxnSpPr>
        <p:spPr>
          <a:xfrm rot="10800000">
            <a:off x="4375038" y="1413974"/>
            <a:ext cx="688200" cy="183600"/>
          </a:xfrm>
          <a:prstGeom prst="straightConnector1">
            <a:avLst/>
          </a:prstGeom>
          <a:noFill/>
          <a:ln cap="flat" cmpd="sng" w="9525">
            <a:solidFill>
              <a:srgbClr val="000000"/>
            </a:solidFill>
            <a:prstDash val="solid"/>
            <a:round/>
            <a:headEnd len="sm" w="sm" type="none"/>
            <a:tailEnd len="med" w="med" type="triangle"/>
          </a:ln>
        </p:spPr>
      </p:cxnSp>
      <p:sp>
        <p:nvSpPr>
          <p:cNvPr id="272" name="Google Shape;272;g31fe56d80bc_0_0"/>
          <p:cNvSpPr txBox="1"/>
          <p:nvPr/>
        </p:nvSpPr>
        <p:spPr>
          <a:xfrm>
            <a:off x="5090273" y="1399526"/>
            <a:ext cx="832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swap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243a3cdda7_0_29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pic>
        <p:nvPicPr>
          <p:cNvPr descr="Picture1-removebg-preview" id="278" name="Google Shape;278;g3243a3cdda7_0_292"/>
          <p:cNvPicPr preferRelativeResize="0"/>
          <p:nvPr/>
        </p:nvPicPr>
        <p:blipFill rotWithShape="1">
          <a:blip r:embed="rId3">
            <a:alphaModFix/>
          </a:blip>
          <a:srcRect b="0" l="0" r="0" t="0"/>
          <a:stretch/>
        </p:blipFill>
        <p:spPr>
          <a:xfrm>
            <a:off x="9647853" y="6129030"/>
            <a:ext cx="2544147" cy="727690"/>
          </a:xfrm>
          <a:prstGeom prst="rect">
            <a:avLst/>
          </a:prstGeom>
          <a:noFill/>
          <a:ln>
            <a:noFill/>
          </a:ln>
        </p:spPr>
      </p:pic>
      <p:sp>
        <p:nvSpPr>
          <p:cNvPr id="279" name="Google Shape;279;g3243a3cdda7_0_292"/>
          <p:cNvSpPr/>
          <p:nvPr/>
        </p:nvSpPr>
        <p:spPr>
          <a:xfrm>
            <a:off x="3490225" y="799600"/>
            <a:ext cx="609600" cy="49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80" name="Google Shape;280;g3243a3cdda7_0_292"/>
          <p:cNvSpPr/>
          <p:nvPr/>
        </p:nvSpPr>
        <p:spPr>
          <a:xfrm>
            <a:off x="2728225" y="1656080"/>
            <a:ext cx="609600" cy="49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81" name="Google Shape;281;g3243a3cdda7_0_292"/>
          <p:cNvSpPr txBox="1"/>
          <p:nvPr/>
        </p:nvSpPr>
        <p:spPr>
          <a:xfrm>
            <a:off x="2804425" y="1727454"/>
            <a:ext cx="43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282" name="Google Shape;282;g3243a3cdda7_0_292"/>
          <p:cNvSpPr/>
          <p:nvPr/>
        </p:nvSpPr>
        <p:spPr>
          <a:xfrm>
            <a:off x="4328425" y="1656080"/>
            <a:ext cx="609600" cy="49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83" name="Google Shape;283;g3243a3cdda7_0_292"/>
          <p:cNvSpPr txBox="1"/>
          <p:nvPr/>
        </p:nvSpPr>
        <p:spPr>
          <a:xfrm>
            <a:off x="3568013" y="888818"/>
            <a:ext cx="43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284" name="Google Shape;284;g3243a3cdda7_0_292"/>
          <p:cNvSpPr/>
          <p:nvPr/>
        </p:nvSpPr>
        <p:spPr>
          <a:xfrm>
            <a:off x="3185425" y="2726679"/>
            <a:ext cx="609600" cy="49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85" name="Google Shape;285;g3243a3cdda7_0_292"/>
          <p:cNvSpPr txBox="1"/>
          <p:nvPr/>
        </p:nvSpPr>
        <p:spPr>
          <a:xfrm>
            <a:off x="3261625" y="2798053"/>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286" name="Google Shape;286;g3243a3cdda7_0_292"/>
          <p:cNvSpPr/>
          <p:nvPr/>
        </p:nvSpPr>
        <p:spPr>
          <a:xfrm>
            <a:off x="2042425" y="2655306"/>
            <a:ext cx="609600" cy="49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287" name="Google Shape;287;g3243a3cdda7_0_292"/>
          <p:cNvSpPr txBox="1"/>
          <p:nvPr/>
        </p:nvSpPr>
        <p:spPr>
          <a:xfrm>
            <a:off x="2118625" y="2726680"/>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288" name="Google Shape;288;g3243a3cdda7_0_292"/>
          <p:cNvSpPr txBox="1"/>
          <p:nvPr/>
        </p:nvSpPr>
        <p:spPr>
          <a:xfrm>
            <a:off x="4476062" y="1734888"/>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289" name="Google Shape;289;g3243a3cdda7_0_292"/>
          <p:cNvCxnSpPr/>
          <p:nvPr/>
        </p:nvCxnSpPr>
        <p:spPr>
          <a:xfrm flipH="1">
            <a:off x="3185425" y="1227840"/>
            <a:ext cx="457200" cy="499500"/>
          </a:xfrm>
          <a:prstGeom prst="straightConnector1">
            <a:avLst/>
          </a:prstGeom>
          <a:noFill/>
          <a:ln cap="flat" cmpd="sng" w="9525">
            <a:solidFill>
              <a:srgbClr val="000000"/>
            </a:solidFill>
            <a:prstDash val="solid"/>
            <a:round/>
            <a:headEnd len="sm" w="sm" type="none"/>
            <a:tailEnd len="sm" w="sm" type="none"/>
          </a:ln>
        </p:spPr>
      </p:cxnSp>
      <p:cxnSp>
        <p:nvCxnSpPr>
          <p:cNvPr id="290" name="Google Shape;290;g3243a3cdda7_0_292"/>
          <p:cNvCxnSpPr/>
          <p:nvPr/>
        </p:nvCxnSpPr>
        <p:spPr>
          <a:xfrm flipH="1">
            <a:off x="2499625" y="2155693"/>
            <a:ext cx="381000" cy="570900"/>
          </a:xfrm>
          <a:prstGeom prst="straightConnector1">
            <a:avLst/>
          </a:prstGeom>
          <a:noFill/>
          <a:ln cap="flat" cmpd="sng" w="9525">
            <a:solidFill>
              <a:srgbClr val="000000"/>
            </a:solidFill>
            <a:prstDash val="solid"/>
            <a:round/>
            <a:headEnd len="sm" w="sm" type="none"/>
            <a:tailEnd len="sm" w="sm" type="none"/>
          </a:ln>
        </p:spPr>
      </p:cxnSp>
      <p:cxnSp>
        <p:nvCxnSpPr>
          <p:cNvPr id="291" name="Google Shape;291;g3243a3cdda7_0_292"/>
          <p:cNvCxnSpPr/>
          <p:nvPr/>
        </p:nvCxnSpPr>
        <p:spPr>
          <a:xfrm>
            <a:off x="3185425" y="2084319"/>
            <a:ext cx="228600" cy="642300"/>
          </a:xfrm>
          <a:prstGeom prst="straightConnector1">
            <a:avLst/>
          </a:prstGeom>
          <a:noFill/>
          <a:ln cap="flat" cmpd="sng" w="9525">
            <a:solidFill>
              <a:srgbClr val="000000"/>
            </a:solidFill>
            <a:prstDash val="solid"/>
            <a:round/>
            <a:headEnd len="sm" w="sm" type="none"/>
            <a:tailEnd len="sm" w="sm" type="none"/>
          </a:ln>
        </p:spPr>
      </p:cxnSp>
      <p:cxnSp>
        <p:nvCxnSpPr>
          <p:cNvPr id="292" name="Google Shape;292;g3243a3cdda7_0_292"/>
          <p:cNvCxnSpPr/>
          <p:nvPr/>
        </p:nvCxnSpPr>
        <p:spPr>
          <a:xfrm>
            <a:off x="4023625" y="1227840"/>
            <a:ext cx="381000" cy="499500"/>
          </a:xfrm>
          <a:prstGeom prst="straightConnector1">
            <a:avLst/>
          </a:prstGeom>
          <a:noFill/>
          <a:ln cap="flat" cmpd="sng" w="9525">
            <a:solidFill>
              <a:srgbClr val="000000"/>
            </a:solidFill>
            <a:prstDash val="solid"/>
            <a:round/>
            <a:headEnd len="sm" w="sm" type="none"/>
            <a:tailEnd len="sm" w="sm" type="none"/>
          </a:ln>
        </p:spPr>
      </p:cxnSp>
      <p:sp>
        <p:nvSpPr>
          <p:cNvPr id="293" name="Google Shape;293;g3243a3cdda7_0_292"/>
          <p:cNvSpPr txBox="1"/>
          <p:nvPr/>
        </p:nvSpPr>
        <p:spPr>
          <a:xfrm>
            <a:off x="6369950" y="4464917"/>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294" name="Google Shape;294;g3243a3cdda7_0_292"/>
          <p:cNvSpPr txBox="1"/>
          <p:nvPr/>
        </p:nvSpPr>
        <p:spPr>
          <a:xfrm>
            <a:off x="3261626" y="4448560"/>
            <a:ext cx="441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295" name="Google Shape;295;g3243a3cdda7_0_292"/>
          <p:cNvSpPr txBox="1"/>
          <p:nvPr/>
        </p:nvSpPr>
        <p:spPr>
          <a:xfrm>
            <a:off x="2813951" y="4445586"/>
            <a:ext cx="441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296" name="Google Shape;296;g3243a3cdda7_0_292"/>
          <p:cNvSpPr txBox="1"/>
          <p:nvPr/>
        </p:nvSpPr>
        <p:spPr>
          <a:xfrm>
            <a:off x="4025214" y="4442612"/>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297" name="Google Shape;297;g3243a3cdda7_0_292"/>
          <p:cNvSpPr txBox="1"/>
          <p:nvPr/>
        </p:nvSpPr>
        <p:spPr>
          <a:xfrm>
            <a:off x="4341126" y="4441126"/>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298" name="Google Shape;298;g3243a3cdda7_0_292"/>
          <p:cNvSpPr txBox="1"/>
          <p:nvPr/>
        </p:nvSpPr>
        <p:spPr>
          <a:xfrm>
            <a:off x="3710889" y="4448560"/>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299" name="Google Shape;299;g3243a3cdda7_0_292"/>
          <p:cNvSpPr txBox="1"/>
          <p:nvPr/>
        </p:nvSpPr>
        <p:spPr>
          <a:xfrm>
            <a:off x="3080651" y="3962330"/>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300" name="Google Shape;300;g3243a3cdda7_0_292"/>
          <p:cNvSpPr txBox="1"/>
          <p:nvPr/>
        </p:nvSpPr>
        <p:spPr>
          <a:xfrm>
            <a:off x="5477775" y="3809174"/>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243a3cdda7_0_34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306" name="Google Shape;306;g3243a3cdda7_0_345"/>
          <p:cNvSpPr/>
          <p:nvPr/>
        </p:nvSpPr>
        <p:spPr>
          <a:xfrm>
            <a:off x="2960672" y="933669"/>
            <a:ext cx="495300" cy="40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07" name="Google Shape;307;g3243a3cdda7_0_345"/>
          <p:cNvSpPr/>
          <p:nvPr/>
        </p:nvSpPr>
        <p:spPr>
          <a:xfrm>
            <a:off x="2341715" y="1635702"/>
            <a:ext cx="495300" cy="40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08" name="Google Shape;308;g3243a3cdda7_0_345"/>
          <p:cNvSpPr txBox="1"/>
          <p:nvPr/>
        </p:nvSpPr>
        <p:spPr>
          <a:xfrm>
            <a:off x="2403593" y="1694200"/>
            <a:ext cx="571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09" name="Google Shape;309;g3243a3cdda7_0_345"/>
          <p:cNvSpPr/>
          <p:nvPr/>
        </p:nvSpPr>
        <p:spPr>
          <a:xfrm>
            <a:off x="3641525" y="1635702"/>
            <a:ext cx="495300" cy="40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10" name="Google Shape;310;g3243a3cdda7_0_345"/>
          <p:cNvSpPr txBox="1"/>
          <p:nvPr/>
        </p:nvSpPr>
        <p:spPr>
          <a:xfrm>
            <a:off x="6383538" y="947076"/>
            <a:ext cx="474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311" name="Google Shape;311;g3243a3cdda7_0_345"/>
          <p:cNvSpPr/>
          <p:nvPr/>
        </p:nvSpPr>
        <p:spPr>
          <a:xfrm>
            <a:off x="2713089" y="2513243"/>
            <a:ext cx="495300" cy="40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12" name="Google Shape;312;g3243a3cdda7_0_345"/>
          <p:cNvSpPr txBox="1"/>
          <p:nvPr/>
        </p:nvSpPr>
        <p:spPr>
          <a:xfrm>
            <a:off x="2774985" y="2571746"/>
            <a:ext cx="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13" name="Google Shape;313;g3243a3cdda7_0_345"/>
          <p:cNvSpPr/>
          <p:nvPr/>
        </p:nvSpPr>
        <p:spPr>
          <a:xfrm>
            <a:off x="1784653" y="2454740"/>
            <a:ext cx="495300" cy="4095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14" name="Google Shape;314;g3243a3cdda7_0_345"/>
          <p:cNvSpPr txBox="1"/>
          <p:nvPr/>
        </p:nvSpPr>
        <p:spPr>
          <a:xfrm>
            <a:off x="1846549" y="2513243"/>
            <a:ext cx="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315" name="Google Shape;315;g3243a3cdda7_0_345"/>
          <p:cNvSpPr txBox="1"/>
          <p:nvPr/>
        </p:nvSpPr>
        <p:spPr>
          <a:xfrm>
            <a:off x="3761448" y="1700299"/>
            <a:ext cx="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316" name="Google Shape;316;g3243a3cdda7_0_345"/>
          <p:cNvCxnSpPr/>
          <p:nvPr/>
        </p:nvCxnSpPr>
        <p:spPr>
          <a:xfrm flipH="1">
            <a:off x="2713063" y="1284685"/>
            <a:ext cx="371400" cy="409500"/>
          </a:xfrm>
          <a:prstGeom prst="straightConnector1">
            <a:avLst/>
          </a:prstGeom>
          <a:noFill/>
          <a:ln cap="flat" cmpd="sng" w="9525">
            <a:solidFill>
              <a:srgbClr val="000000"/>
            </a:solidFill>
            <a:prstDash val="solid"/>
            <a:round/>
            <a:headEnd len="sm" w="sm" type="none"/>
            <a:tailEnd len="sm" w="sm" type="none"/>
          </a:ln>
        </p:spPr>
      </p:cxnSp>
      <p:cxnSp>
        <p:nvCxnSpPr>
          <p:cNvPr id="317" name="Google Shape;317;g3243a3cdda7_0_345"/>
          <p:cNvCxnSpPr/>
          <p:nvPr/>
        </p:nvCxnSpPr>
        <p:spPr>
          <a:xfrm flipH="1">
            <a:off x="2155606" y="2045221"/>
            <a:ext cx="309900" cy="468300"/>
          </a:xfrm>
          <a:prstGeom prst="straightConnector1">
            <a:avLst/>
          </a:prstGeom>
          <a:noFill/>
          <a:ln cap="flat" cmpd="sng" w="9525">
            <a:solidFill>
              <a:srgbClr val="000000"/>
            </a:solidFill>
            <a:prstDash val="solid"/>
            <a:round/>
            <a:headEnd len="sm" w="sm" type="none"/>
            <a:tailEnd len="sm" w="sm" type="none"/>
          </a:ln>
        </p:spPr>
      </p:cxnSp>
      <p:cxnSp>
        <p:nvCxnSpPr>
          <p:cNvPr id="318" name="Google Shape;318;g3243a3cdda7_0_345"/>
          <p:cNvCxnSpPr/>
          <p:nvPr/>
        </p:nvCxnSpPr>
        <p:spPr>
          <a:xfrm>
            <a:off x="2713089" y="1986718"/>
            <a:ext cx="185400" cy="526500"/>
          </a:xfrm>
          <a:prstGeom prst="straightConnector1">
            <a:avLst/>
          </a:prstGeom>
          <a:noFill/>
          <a:ln cap="flat" cmpd="sng" w="9525">
            <a:solidFill>
              <a:srgbClr val="000000"/>
            </a:solidFill>
            <a:prstDash val="solid"/>
            <a:round/>
            <a:headEnd len="sm" w="sm" type="none"/>
            <a:tailEnd len="sm" w="sm" type="none"/>
          </a:ln>
        </p:spPr>
      </p:cxnSp>
      <p:cxnSp>
        <p:nvCxnSpPr>
          <p:cNvPr id="319" name="Google Shape;319;g3243a3cdda7_0_345"/>
          <p:cNvCxnSpPr/>
          <p:nvPr/>
        </p:nvCxnSpPr>
        <p:spPr>
          <a:xfrm>
            <a:off x="3393942" y="1284685"/>
            <a:ext cx="309900" cy="409500"/>
          </a:xfrm>
          <a:prstGeom prst="straightConnector1">
            <a:avLst/>
          </a:prstGeom>
          <a:noFill/>
          <a:ln cap="flat" cmpd="sng" w="9525">
            <a:solidFill>
              <a:srgbClr val="000000"/>
            </a:solidFill>
            <a:prstDash val="solid"/>
            <a:round/>
            <a:headEnd len="sm" w="sm" type="none"/>
            <a:tailEnd len="sm" w="sm" type="none"/>
          </a:ln>
        </p:spPr>
      </p:cxnSp>
      <p:sp>
        <p:nvSpPr>
          <p:cNvPr id="320" name="Google Shape;320;g3243a3cdda7_0_345"/>
          <p:cNvSpPr txBox="1"/>
          <p:nvPr/>
        </p:nvSpPr>
        <p:spPr>
          <a:xfrm>
            <a:off x="5299831" y="3938025"/>
            <a:ext cx="5715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321" name="Google Shape;321;g3243a3cdda7_0_345"/>
          <p:cNvSpPr txBox="1"/>
          <p:nvPr/>
        </p:nvSpPr>
        <p:spPr>
          <a:xfrm>
            <a:off x="2524240" y="3924625"/>
            <a:ext cx="438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22" name="Google Shape;322;g3243a3cdda7_0_345"/>
          <p:cNvSpPr txBox="1"/>
          <p:nvPr/>
        </p:nvSpPr>
        <p:spPr>
          <a:xfrm>
            <a:off x="4936174" y="3936800"/>
            <a:ext cx="5715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323" name="Google Shape;323;g3243a3cdda7_0_345"/>
          <p:cNvSpPr txBox="1"/>
          <p:nvPr/>
        </p:nvSpPr>
        <p:spPr>
          <a:xfrm>
            <a:off x="3281863" y="3919749"/>
            <a:ext cx="3117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324" name="Google Shape;324;g3243a3cdda7_0_345"/>
          <p:cNvSpPr txBox="1"/>
          <p:nvPr/>
        </p:nvSpPr>
        <p:spPr>
          <a:xfrm>
            <a:off x="3595307" y="3918532"/>
            <a:ext cx="3117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25" name="Google Shape;325;g3243a3cdda7_0_345"/>
          <p:cNvSpPr txBox="1"/>
          <p:nvPr/>
        </p:nvSpPr>
        <p:spPr>
          <a:xfrm>
            <a:off x="2969994" y="3924625"/>
            <a:ext cx="3117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326" name="Google Shape;326;g3243a3cdda7_0_345"/>
          <p:cNvSpPr txBox="1"/>
          <p:nvPr/>
        </p:nvSpPr>
        <p:spPr>
          <a:xfrm>
            <a:off x="2344679" y="3526075"/>
            <a:ext cx="1030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327" name="Google Shape;327;g3243a3cdda7_0_345"/>
          <p:cNvSpPr txBox="1"/>
          <p:nvPr/>
        </p:nvSpPr>
        <p:spPr>
          <a:xfrm>
            <a:off x="4575130" y="3400525"/>
            <a:ext cx="14544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cxnSp>
        <p:nvCxnSpPr>
          <p:cNvPr id="328" name="Google Shape;328;g3243a3cdda7_0_345"/>
          <p:cNvCxnSpPr/>
          <p:nvPr/>
        </p:nvCxnSpPr>
        <p:spPr>
          <a:xfrm>
            <a:off x="3547400" y="1109177"/>
            <a:ext cx="2658900" cy="21900"/>
          </a:xfrm>
          <a:prstGeom prst="straightConnector1">
            <a:avLst/>
          </a:prstGeom>
          <a:noFill/>
          <a:ln cap="flat" cmpd="sng" w="9525">
            <a:solidFill>
              <a:srgbClr val="000000"/>
            </a:solidFill>
            <a:prstDash val="dash"/>
            <a:round/>
            <a:headEnd len="sm" w="sm" type="none"/>
            <a:tailEnd len="med" w="med" type="triangle"/>
          </a:ln>
        </p:spPr>
      </p:cxnSp>
      <p:sp>
        <p:nvSpPr>
          <p:cNvPr id="329" name="Google Shape;329;g3243a3cdda7_0_345"/>
          <p:cNvSpPr txBox="1"/>
          <p:nvPr/>
        </p:nvSpPr>
        <p:spPr>
          <a:xfrm>
            <a:off x="4114972" y="799600"/>
            <a:ext cx="2115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Take out biggest</a:t>
            </a:r>
            <a:endParaRPr b="0" i="0" sz="1400" u="none" cap="none" strike="noStrike">
              <a:solidFill>
                <a:srgbClr val="000000"/>
              </a:solidFill>
              <a:latin typeface="Arial"/>
              <a:ea typeface="Arial"/>
              <a:cs typeface="Arial"/>
              <a:sym typeface="Arial"/>
            </a:endParaRPr>
          </a:p>
        </p:txBody>
      </p:sp>
      <p:cxnSp>
        <p:nvCxnSpPr>
          <p:cNvPr id="330" name="Google Shape;330;g3243a3cdda7_0_345"/>
          <p:cNvCxnSpPr/>
          <p:nvPr/>
        </p:nvCxnSpPr>
        <p:spPr>
          <a:xfrm flipH="1" rot="10800000">
            <a:off x="1092196" y="1116644"/>
            <a:ext cx="1861200" cy="1293000"/>
          </a:xfrm>
          <a:prstGeom prst="straightConnector1">
            <a:avLst/>
          </a:prstGeom>
          <a:noFill/>
          <a:ln cap="flat" cmpd="sng" w="9525">
            <a:solidFill>
              <a:srgbClr val="000000"/>
            </a:solidFill>
            <a:prstDash val="solid"/>
            <a:round/>
            <a:headEnd len="sm" w="sm" type="none"/>
            <a:tailEnd len="med" w="med" type="triangle"/>
          </a:ln>
        </p:spPr>
      </p:cxnSp>
      <p:cxnSp>
        <p:nvCxnSpPr>
          <p:cNvPr id="331" name="Google Shape;331;g3243a3cdda7_0_345"/>
          <p:cNvCxnSpPr/>
          <p:nvPr/>
        </p:nvCxnSpPr>
        <p:spPr>
          <a:xfrm>
            <a:off x="1099933" y="2409644"/>
            <a:ext cx="750900" cy="769200"/>
          </a:xfrm>
          <a:prstGeom prst="straightConnector1">
            <a:avLst/>
          </a:prstGeom>
          <a:noFill/>
          <a:ln cap="flat" cmpd="sng" w="9525">
            <a:solidFill>
              <a:srgbClr val="000000"/>
            </a:solidFill>
            <a:prstDash val="solid"/>
            <a:round/>
            <a:headEnd len="sm" w="sm" type="none"/>
            <a:tailEnd len="sm" w="sm" type="none"/>
          </a:ln>
        </p:spPr>
      </p:cxnSp>
      <p:cxnSp>
        <p:nvCxnSpPr>
          <p:cNvPr id="332" name="Google Shape;332;g3243a3cdda7_0_345"/>
          <p:cNvCxnSpPr/>
          <p:nvPr/>
        </p:nvCxnSpPr>
        <p:spPr>
          <a:xfrm flipH="1" rot="10800000">
            <a:off x="1865893" y="2816912"/>
            <a:ext cx="883200" cy="361800"/>
          </a:xfrm>
          <a:prstGeom prst="straightConnector1">
            <a:avLst/>
          </a:prstGeom>
          <a:noFill/>
          <a:ln cap="flat" cmpd="sng" w="9525">
            <a:solidFill>
              <a:srgbClr val="000000"/>
            </a:solidFill>
            <a:prstDash val="solid"/>
            <a:round/>
            <a:headEnd len="sm" w="sm" type="none"/>
            <a:tailEnd len="sm" w="sm" type="none"/>
          </a:ln>
        </p:spPr>
      </p:cxnSp>
      <p:cxnSp>
        <p:nvCxnSpPr>
          <p:cNvPr id="333" name="Google Shape;333;g3243a3cdda7_0_345"/>
          <p:cNvCxnSpPr/>
          <p:nvPr/>
        </p:nvCxnSpPr>
        <p:spPr>
          <a:xfrm>
            <a:off x="3744941" y="4197638"/>
            <a:ext cx="0" cy="96300"/>
          </a:xfrm>
          <a:prstGeom prst="straightConnector1">
            <a:avLst/>
          </a:prstGeom>
          <a:noFill/>
          <a:ln cap="flat" cmpd="sng" w="9525">
            <a:solidFill>
              <a:srgbClr val="000000"/>
            </a:solidFill>
            <a:prstDash val="solid"/>
            <a:round/>
            <a:headEnd len="sm" w="sm" type="none"/>
            <a:tailEnd len="sm" w="sm" type="none"/>
          </a:ln>
        </p:spPr>
      </p:cxnSp>
      <p:cxnSp>
        <p:nvCxnSpPr>
          <p:cNvPr id="334" name="Google Shape;334;g3243a3cdda7_0_345"/>
          <p:cNvCxnSpPr/>
          <p:nvPr/>
        </p:nvCxnSpPr>
        <p:spPr>
          <a:xfrm rot="10800000">
            <a:off x="2320991" y="4373587"/>
            <a:ext cx="1423500" cy="0"/>
          </a:xfrm>
          <a:prstGeom prst="straightConnector1">
            <a:avLst/>
          </a:prstGeom>
          <a:noFill/>
          <a:ln cap="flat" cmpd="sng" w="9525">
            <a:solidFill>
              <a:srgbClr val="000000"/>
            </a:solidFill>
            <a:prstDash val="solid"/>
            <a:round/>
            <a:headEnd len="sm" w="sm" type="none"/>
            <a:tailEnd len="sm" w="sm" type="none"/>
          </a:ln>
        </p:spPr>
      </p:cxnSp>
      <p:cxnSp>
        <p:nvCxnSpPr>
          <p:cNvPr id="335" name="Google Shape;335;g3243a3cdda7_0_345"/>
          <p:cNvCxnSpPr/>
          <p:nvPr/>
        </p:nvCxnSpPr>
        <p:spPr>
          <a:xfrm rot="10800000">
            <a:off x="2321000" y="4213650"/>
            <a:ext cx="84000" cy="244800"/>
          </a:xfrm>
          <a:prstGeom prst="straightConnector1">
            <a:avLst/>
          </a:prstGeom>
          <a:noFill/>
          <a:ln cap="flat" cmpd="sng" w="9525">
            <a:solidFill>
              <a:srgbClr val="000000"/>
            </a:solidFill>
            <a:prstDash val="solid"/>
            <a:round/>
            <a:headEnd len="sm" w="sm" type="none"/>
            <a:tailEnd len="med" w="med" type="triangle"/>
          </a:ln>
        </p:spPr>
      </p:cxnSp>
      <p:sp>
        <p:nvSpPr>
          <p:cNvPr id="336" name="Google Shape;336;g3243a3cdda7_0_345"/>
          <p:cNvSpPr txBox="1"/>
          <p:nvPr/>
        </p:nvSpPr>
        <p:spPr>
          <a:xfrm>
            <a:off x="392000" y="1243247"/>
            <a:ext cx="20694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Move the last element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to the root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243a3cdda7_0_40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342" name="Google Shape;342;g3243a3cdda7_0_404"/>
          <p:cNvSpPr/>
          <p:nvPr/>
        </p:nvSpPr>
        <p:spPr>
          <a:xfrm>
            <a:off x="3327606" y="983550"/>
            <a:ext cx="698400" cy="441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43" name="Google Shape;343;g3243a3cdda7_0_404"/>
          <p:cNvSpPr/>
          <p:nvPr/>
        </p:nvSpPr>
        <p:spPr>
          <a:xfrm>
            <a:off x="2454879" y="1739465"/>
            <a:ext cx="698400" cy="441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44" name="Google Shape;344;g3243a3cdda7_0_404"/>
          <p:cNvSpPr txBox="1"/>
          <p:nvPr/>
        </p:nvSpPr>
        <p:spPr>
          <a:xfrm>
            <a:off x="2542152" y="1802459"/>
            <a:ext cx="502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45" name="Google Shape;345;g3243a3cdda7_0_404"/>
          <p:cNvSpPr/>
          <p:nvPr/>
        </p:nvSpPr>
        <p:spPr>
          <a:xfrm>
            <a:off x="4287606" y="1739465"/>
            <a:ext cx="698400" cy="441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46" name="Google Shape;346;g3243a3cdda7_0_404"/>
          <p:cNvSpPr txBox="1"/>
          <p:nvPr/>
        </p:nvSpPr>
        <p:spPr>
          <a:xfrm>
            <a:off x="3496698" y="1037357"/>
            <a:ext cx="3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47" name="Google Shape;347;g3243a3cdda7_0_404"/>
          <p:cNvSpPr/>
          <p:nvPr/>
        </p:nvSpPr>
        <p:spPr>
          <a:xfrm>
            <a:off x="1669425" y="2621366"/>
            <a:ext cx="698400" cy="4410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48" name="Google Shape;348;g3243a3cdda7_0_404"/>
          <p:cNvSpPr txBox="1"/>
          <p:nvPr/>
        </p:nvSpPr>
        <p:spPr>
          <a:xfrm>
            <a:off x="1756698" y="2684360"/>
            <a:ext cx="3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349" name="Google Shape;349;g3243a3cdda7_0_404"/>
          <p:cNvSpPr txBox="1"/>
          <p:nvPr/>
        </p:nvSpPr>
        <p:spPr>
          <a:xfrm>
            <a:off x="4456697" y="1809020"/>
            <a:ext cx="3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350" name="Google Shape;350;g3243a3cdda7_0_404"/>
          <p:cNvCxnSpPr/>
          <p:nvPr/>
        </p:nvCxnSpPr>
        <p:spPr>
          <a:xfrm flipH="1">
            <a:off x="2978652" y="1361508"/>
            <a:ext cx="523500" cy="441000"/>
          </a:xfrm>
          <a:prstGeom prst="straightConnector1">
            <a:avLst/>
          </a:prstGeom>
          <a:noFill/>
          <a:ln cap="flat" cmpd="sng" w="9525">
            <a:solidFill>
              <a:srgbClr val="000000"/>
            </a:solidFill>
            <a:prstDash val="solid"/>
            <a:round/>
            <a:headEnd len="sm" w="sm" type="none"/>
            <a:tailEnd len="sm" w="sm" type="none"/>
          </a:ln>
        </p:spPr>
      </p:cxnSp>
      <p:cxnSp>
        <p:nvCxnSpPr>
          <p:cNvPr id="351" name="Google Shape;351;g3243a3cdda7_0_404"/>
          <p:cNvCxnSpPr/>
          <p:nvPr/>
        </p:nvCxnSpPr>
        <p:spPr>
          <a:xfrm flipH="1">
            <a:off x="2193225" y="2180415"/>
            <a:ext cx="436200" cy="504000"/>
          </a:xfrm>
          <a:prstGeom prst="straightConnector1">
            <a:avLst/>
          </a:prstGeom>
          <a:noFill/>
          <a:ln cap="flat" cmpd="sng" w="9525">
            <a:solidFill>
              <a:srgbClr val="000000"/>
            </a:solidFill>
            <a:prstDash val="solid"/>
            <a:round/>
            <a:headEnd len="sm" w="sm" type="none"/>
            <a:tailEnd len="sm" w="sm" type="none"/>
          </a:ln>
        </p:spPr>
      </p:cxnSp>
      <p:cxnSp>
        <p:nvCxnSpPr>
          <p:cNvPr id="352" name="Google Shape;352;g3243a3cdda7_0_404"/>
          <p:cNvCxnSpPr/>
          <p:nvPr/>
        </p:nvCxnSpPr>
        <p:spPr>
          <a:xfrm>
            <a:off x="3938515" y="1361508"/>
            <a:ext cx="436200" cy="441000"/>
          </a:xfrm>
          <a:prstGeom prst="straightConnector1">
            <a:avLst/>
          </a:prstGeom>
          <a:noFill/>
          <a:ln cap="flat" cmpd="sng" w="9525">
            <a:solidFill>
              <a:srgbClr val="000000"/>
            </a:solidFill>
            <a:prstDash val="solid"/>
            <a:round/>
            <a:headEnd len="sm" w="sm" type="none"/>
            <a:tailEnd len="sm" w="sm" type="none"/>
          </a:ln>
        </p:spPr>
      </p:cxnSp>
      <p:sp>
        <p:nvSpPr>
          <p:cNvPr id="353" name="Google Shape;353;g3243a3cdda7_0_404"/>
          <p:cNvSpPr txBox="1"/>
          <p:nvPr/>
        </p:nvSpPr>
        <p:spPr>
          <a:xfrm>
            <a:off x="6625788" y="4218500"/>
            <a:ext cx="5055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354" name="Google Shape;354;g3243a3cdda7_0_404"/>
          <p:cNvSpPr txBox="1"/>
          <p:nvPr/>
        </p:nvSpPr>
        <p:spPr>
          <a:xfrm>
            <a:off x="3065789" y="4204063"/>
            <a:ext cx="5055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55" name="Google Shape;355;g3243a3cdda7_0_404"/>
          <p:cNvSpPr txBox="1"/>
          <p:nvPr/>
        </p:nvSpPr>
        <p:spPr>
          <a:xfrm>
            <a:off x="6113061" y="4217186"/>
            <a:ext cx="5055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356" name="Google Shape;356;g3243a3cdda7_0_404"/>
          <p:cNvSpPr txBox="1"/>
          <p:nvPr/>
        </p:nvSpPr>
        <p:spPr>
          <a:xfrm>
            <a:off x="3940335" y="4198814"/>
            <a:ext cx="360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357" name="Google Shape;357;g3243a3cdda7_0_404"/>
          <p:cNvSpPr txBox="1"/>
          <p:nvPr/>
        </p:nvSpPr>
        <p:spPr>
          <a:xfrm>
            <a:off x="2714881" y="4197502"/>
            <a:ext cx="360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58" name="Google Shape;358;g3243a3cdda7_0_404"/>
          <p:cNvSpPr txBox="1"/>
          <p:nvPr/>
        </p:nvSpPr>
        <p:spPr>
          <a:xfrm>
            <a:off x="3580335" y="4204063"/>
            <a:ext cx="3600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359" name="Google Shape;359;g3243a3cdda7_0_404"/>
          <p:cNvSpPr txBox="1"/>
          <p:nvPr/>
        </p:nvSpPr>
        <p:spPr>
          <a:xfrm>
            <a:off x="2858517" y="3774924"/>
            <a:ext cx="11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360" name="Google Shape;360;g3243a3cdda7_0_404"/>
          <p:cNvSpPr txBox="1"/>
          <p:nvPr/>
        </p:nvSpPr>
        <p:spPr>
          <a:xfrm>
            <a:off x="5603970" y="3639751"/>
            <a:ext cx="1089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3243a3cdda7_0_45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366" name="Google Shape;366;g3243a3cdda7_0_458"/>
          <p:cNvSpPr/>
          <p:nvPr/>
        </p:nvSpPr>
        <p:spPr>
          <a:xfrm>
            <a:off x="4390307" y="1005225"/>
            <a:ext cx="625800" cy="440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67" name="Google Shape;367;g3243a3cdda7_0_458"/>
          <p:cNvSpPr/>
          <p:nvPr/>
        </p:nvSpPr>
        <p:spPr>
          <a:xfrm>
            <a:off x="3607821" y="1759470"/>
            <a:ext cx="625800" cy="440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68" name="Google Shape;368;g3243a3cdda7_0_458"/>
          <p:cNvSpPr txBox="1"/>
          <p:nvPr/>
        </p:nvSpPr>
        <p:spPr>
          <a:xfrm>
            <a:off x="3686070" y="1822324"/>
            <a:ext cx="45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69" name="Google Shape;369;g3243a3cdda7_0_458"/>
          <p:cNvSpPr/>
          <p:nvPr/>
        </p:nvSpPr>
        <p:spPr>
          <a:xfrm>
            <a:off x="5251042" y="1759470"/>
            <a:ext cx="625800" cy="440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70" name="Google Shape;370;g3243a3cdda7_0_458"/>
          <p:cNvSpPr txBox="1"/>
          <p:nvPr/>
        </p:nvSpPr>
        <p:spPr>
          <a:xfrm>
            <a:off x="4541915" y="1058913"/>
            <a:ext cx="31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71" name="Google Shape;371;g3243a3cdda7_0_458"/>
          <p:cNvSpPr/>
          <p:nvPr/>
        </p:nvSpPr>
        <p:spPr>
          <a:xfrm>
            <a:off x="2903584" y="2639422"/>
            <a:ext cx="625800" cy="440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72" name="Google Shape;372;g3243a3cdda7_0_458"/>
          <p:cNvSpPr txBox="1"/>
          <p:nvPr/>
        </p:nvSpPr>
        <p:spPr>
          <a:xfrm>
            <a:off x="2981832" y="2702276"/>
            <a:ext cx="31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373" name="Google Shape;373;g3243a3cdda7_0_458"/>
          <p:cNvSpPr txBox="1"/>
          <p:nvPr/>
        </p:nvSpPr>
        <p:spPr>
          <a:xfrm>
            <a:off x="5402649" y="1828871"/>
            <a:ext cx="31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374" name="Google Shape;374;g3243a3cdda7_0_458"/>
          <p:cNvCxnSpPr/>
          <p:nvPr/>
        </p:nvCxnSpPr>
        <p:spPr>
          <a:xfrm flipH="1">
            <a:off x="4077305" y="1382347"/>
            <a:ext cx="469500" cy="440100"/>
          </a:xfrm>
          <a:prstGeom prst="straightConnector1">
            <a:avLst/>
          </a:prstGeom>
          <a:noFill/>
          <a:ln cap="flat" cmpd="sng" w="9525">
            <a:solidFill>
              <a:srgbClr val="000000"/>
            </a:solidFill>
            <a:prstDash val="solid"/>
            <a:round/>
            <a:headEnd len="sm" w="sm" type="none"/>
            <a:tailEnd len="sm" w="sm" type="none"/>
          </a:ln>
        </p:spPr>
      </p:cxnSp>
      <p:cxnSp>
        <p:nvCxnSpPr>
          <p:cNvPr id="375" name="Google Shape;375;g3243a3cdda7_0_458"/>
          <p:cNvCxnSpPr/>
          <p:nvPr/>
        </p:nvCxnSpPr>
        <p:spPr>
          <a:xfrm flipH="1">
            <a:off x="3373119" y="2199446"/>
            <a:ext cx="391200" cy="502800"/>
          </a:xfrm>
          <a:prstGeom prst="straightConnector1">
            <a:avLst/>
          </a:prstGeom>
          <a:noFill/>
          <a:ln cap="flat" cmpd="sng" w="9525">
            <a:solidFill>
              <a:srgbClr val="000000"/>
            </a:solidFill>
            <a:prstDash val="solid"/>
            <a:round/>
            <a:headEnd len="sm" w="sm" type="none"/>
            <a:tailEnd len="sm" w="sm" type="none"/>
          </a:ln>
        </p:spPr>
      </p:cxnSp>
      <p:cxnSp>
        <p:nvCxnSpPr>
          <p:cNvPr id="376" name="Google Shape;376;g3243a3cdda7_0_458"/>
          <p:cNvCxnSpPr/>
          <p:nvPr/>
        </p:nvCxnSpPr>
        <p:spPr>
          <a:xfrm>
            <a:off x="4938048" y="1382347"/>
            <a:ext cx="391200" cy="440100"/>
          </a:xfrm>
          <a:prstGeom prst="straightConnector1">
            <a:avLst/>
          </a:prstGeom>
          <a:noFill/>
          <a:ln cap="flat" cmpd="sng" w="9525">
            <a:solidFill>
              <a:srgbClr val="000000"/>
            </a:solidFill>
            <a:prstDash val="solid"/>
            <a:round/>
            <a:headEnd len="sm" w="sm" type="none"/>
            <a:tailEnd len="sm" w="sm" type="none"/>
          </a:ln>
        </p:spPr>
      </p:cxnSp>
      <p:sp>
        <p:nvSpPr>
          <p:cNvPr id="377" name="Google Shape;377;g3243a3cdda7_0_458"/>
          <p:cNvSpPr txBox="1"/>
          <p:nvPr/>
        </p:nvSpPr>
        <p:spPr>
          <a:xfrm>
            <a:off x="7347454" y="4233027"/>
            <a:ext cx="453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378" name="Google Shape;378;g3243a3cdda7_0_458"/>
          <p:cNvSpPr txBox="1"/>
          <p:nvPr/>
        </p:nvSpPr>
        <p:spPr>
          <a:xfrm>
            <a:off x="4155563" y="4218622"/>
            <a:ext cx="453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79" name="Google Shape;379;g3243a3cdda7_0_458"/>
          <p:cNvSpPr txBox="1"/>
          <p:nvPr/>
        </p:nvSpPr>
        <p:spPr>
          <a:xfrm>
            <a:off x="6887744" y="4231716"/>
            <a:ext cx="453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380" name="Google Shape;380;g3243a3cdda7_0_458"/>
          <p:cNvSpPr txBox="1"/>
          <p:nvPr/>
        </p:nvSpPr>
        <p:spPr>
          <a:xfrm>
            <a:off x="4939680" y="4213384"/>
            <a:ext cx="3228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381" name="Google Shape;381;g3243a3cdda7_0_458"/>
          <p:cNvSpPr txBox="1"/>
          <p:nvPr/>
        </p:nvSpPr>
        <p:spPr>
          <a:xfrm>
            <a:off x="3840938" y="4212076"/>
            <a:ext cx="3228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82" name="Google Shape;382;g3243a3cdda7_0_458"/>
          <p:cNvSpPr txBox="1"/>
          <p:nvPr/>
        </p:nvSpPr>
        <p:spPr>
          <a:xfrm>
            <a:off x="4616904" y="4218622"/>
            <a:ext cx="3228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383" name="Google Shape;383;g3243a3cdda7_0_458"/>
          <p:cNvSpPr txBox="1"/>
          <p:nvPr/>
        </p:nvSpPr>
        <p:spPr>
          <a:xfrm>
            <a:off x="3969722" y="3790431"/>
            <a:ext cx="1067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384" name="Google Shape;384;g3243a3cdda7_0_458"/>
          <p:cNvSpPr txBox="1"/>
          <p:nvPr/>
        </p:nvSpPr>
        <p:spPr>
          <a:xfrm>
            <a:off x="6431293" y="3655557"/>
            <a:ext cx="9765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
        <p:nvSpPr>
          <p:cNvPr id="385" name="Google Shape;385;g3243a3cdda7_0_458"/>
          <p:cNvSpPr txBox="1"/>
          <p:nvPr/>
        </p:nvSpPr>
        <p:spPr>
          <a:xfrm>
            <a:off x="1508150" y="1472700"/>
            <a:ext cx="1467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HEAPIFY()</a:t>
            </a:r>
            <a:endParaRPr b="0" i="0" sz="1400" u="none" cap="none" strike="noStrike">
              <a:solidFill>
                <a:srgbClr val="000000"/>
              </a:solidFill>
              <a:latin typeface="Arial"/>
              <a:ea typeface="Arial"/>
              <a:cs typeface="Arial"/>
              <a:sym typeface="Arial"/>
            </a:endParaRPr>
          </a:p>
        </p:txBody>
      </p:sp>
      <p:cxnSp>
        <p:nvCxnSpPr>
          <p:cNvPr id="386" name="Google Shape;386;g3243a3cdda7_0_458"/>
          <p:cNvCxnSpPr/>
          <p:nvPr/>
        </p:nvCxnSpPr>
        <p:spPr>
          <a:xfrm>
            <a:off x="3857240" y="1408536"/>
            <a:ext cx="9900" cy="357600"/>
          </a:xfrm>
          <a:prstGeom prst="straightConnector1">
            <a:avLst/>
          </a:prstGeom>
          <a:noFill/>
          <a:ln cap="flat" cmpd="sng" w="9525">
            <a:solidFill>
              <a:srgbClr val="000000"/>
            </a:solidFill>
            <a:prstDash val="solid"/>
            <a:round/>
            <a:headEnd len="sm" w="sm" type="none"/>
            <a:tailEnd len="med" w="med" type="triangle"/>
          </a:ln>
        </p:spPr>
      </p:cxnSp>
      <p:cxnSp>
        <p:nvCxnSpPr>
          <p:cNvPr id="387" name="Google Shape;387;g3243a3cdda7_0_458"/>
          <p:cNvCxnSpPr/>
          <p:nvPr/>
        </p:nvCxnSpPr>
        <p:spPr>
          <a:xfrm flipH="1" rot="10800000">
            <a:off x="3857240" y="1240781"/>
            <a:ext cx="523500" cy="159900"/>
          </a:xfrm>
          <a:prstGeom prst="straightConnector1">
            <a:avLst/>
          </a:prstGeom>
          <a:noFill/>
          <a:ln cap="flat" cmpd="sng" w="9525">
            <a:solidFill>
              <a:srgbClr val="000000"/>
            </a:solidFill>
            <a:prstDash val="solid"/>
            <a:round/>
            <a:headEnd len="sm" w="sm" type="none"/>
            <a:tailEnd len="med" w="med" type="triangle"/>
          </a:ln>
        </p:spPr>
      </p:cxnSp>
      <p:sp>
        <p:nvSpPr>
          <p:cNvPr id="388" name="Google Shape;388;g3243a3cdda7_0_458"/>
          <p:cNvSpPr txBox="1"/>
          <p:nvPr/>
        </p:nvSpPr>
        <p:spPr>
          <a:xfrm>
            <a:off x="3091056" y="1146646"/>
            <a:ext cx="75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swap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243a3cdda7_0_57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394" name="Google Shape;394;g3243a3cdda7_0_573"/>
          <p:cNvSpPr/>
          <p:nvPr/>
        </p:nvSpPr>
        <p:spPr>
          <a:xfrm>
            <a:off x="3635400" y="861000"/>
            <a:ext cx="609600" cy="46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95" name="Google Shape;395;g3243a3cdda7_0_573"/>
          <p:cNvSpPr/>
          <p:nvPr/>
        </p:nvSpPr>
        <p:spPr>
          <a:xfrm>
            <a:off x="2873400" y="1651699"/>
            <a:ext cx="609600" cy="46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96" name="Google Shape;396;g3243a3cdda7_0_573"/>
          <p:cNvSpPr txBox="1"/>
          <p:nvPr/>
        </p:nvSpPr>
        <p:spPr>
          <a:xfrm>
            <a:off x="3738588" y="935129"/>
            <a:ext cx="43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397" name="Google Shape;397;g3243a3cdda7_0_573"/>
          <p:cNvSpPr/>
          <p:nvPr/>
        </p:nvSpPr>
        <p:spPr>
          <a:xfrm>
            <a:off x="4473600" y="1651699"/>
            <a:ext cx="609600" cy="46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398" name="Google Shape;398;g3243a3cdda7_0_573"/>
          <p:cNvSpPr txBox="1"/>
          <p:nvPr/>
        </p:nvSpPr>
        <p:spPr>
          <a:xfrm>
            <a:off x="3013100" y="1731319"/>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399" name="Google Shape;399;g3243a3cdda7_0_573"/>
          <p:cNvSpPr/>
          <p:nvPr/>
        </p:nvSpPr>
        <p:spPr>
          <a:xfrm>
            <a:off x="2187600" y="2574181"/>
            <a:ext cx="609600" cy="46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00" name="Google Shape;400;g3243a3cdda7_0_573"/>
          <p:cNvSpPr txBox="1"/>
          <p:nvPr/>
        </p:nvSpPr>
        <p:spPr>
          <a:xfrm>
            <a:off x="2263800" y="2640074"/>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01" name="Google Shape;401;g3243a3cdda7_0_573"/>
          <p:cNvSpPr txBox="1"/>
          <p:nvPr/>
        </p:nvSpPr>
        <p:spPr>
          <a:xfrm>
            <a:off x="4621237" y="1724455"/>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402" name="Google Shape;402;g3243a3cdda7_0_573"/>
          <p:cNvCxnSpPr/>
          <p:nvPr/>
        </p:nvCxnSpPr>
        <p:spPr>
          <a:xfrm flipH="1">
            <a:off x="3330600" y="1256350"/>
            <a:ext cx="457200" cy="461100"/>
          </a:xfrm>
          <a:prstGeom prst="straightConnector1">
            <a:avLst/>
          </a:prstGeom>
          <a:noFill/>
          <a:ln cap="flat" cmpd="sng" w="9525">
            <a:solidFill>
              <a:srgbClr val="000000"/>
            </a:solidFill>
            <a:prstDash val="solid"/>
            <a:round/>
            <a:headEnd len="sm" w="sm" type="none"/>
            <a:tailEnd len="sm" w="sm" type="none"/>
          </a:ln>
        </p:spPr>
      </p:cxnSp>
      <p:cxnSp>
        <p:nvCxnSpPr>
          <p:cNvPr id="403" name="Google Shape;403;g3243a3cdda7_0_573"/>
          <p:cNvCxnSpPr/>
          <p:nvPr/>
        </p:nvCxnSpPr>
        <p:spPr>
          <a:xfrm flipH="1">
            <a:off x="2644800" y="2112940"/>
            <a:ext cx="381000" cy="527100"/>
          </a:xfrm>
          <a:prstGeom prst="straightConnector1">
            <a:avLst/>
          </a:prstGeom>
          <a:noFill/>
          <a:ln cap="flat" cmpd="sng" w="9525">
            <a:solidFill>
              <a:srgbClr val="000000"/>
            </a:solidFill>
            <a:prstDash val="solid"/>
            <a:round/>
            <a:headEnd len="sm" w="sm" type="none"/>
            <a:tailEnd len="sm" w="sm" type="none"/>
          </a:ln>
        </p:spPr>
      </p:cxnSp>
      <p:cxnSp>
        <p:nvCxnSpPr>
          <p:cNvPr id="404" name="Google Shape;404;g3243a3cdda7_0_573"/>
          <p:cNvCxnSpPr/>
          <p:nvPr/>
        </p:nvCxnSpPr>
        <p:spPr>
          <a:xfrm>
            <a:off x="4168800" y="1256350"/>
            <a:ext cx="381000" cy="461100"/>
          </a:xfrm>
          <a:prstGeom prst="straightConnector1">
            <a:avLst/>
          </a:prstGeom>
          <a:noFill/>
          <a:ln cap="flat" cmpd="sng" w="9525">
            <a:solidFill>
              <a:srgbClr val="000000"/>
            </a:solidFill>
            <a:prstDash val="solid"/>
            <a:round/>
            <a:headEnd len="sm" w="sm" type="none"/>
            <a:tailEnd len="sm" w="sm" type="none"/>
          </a:ln>
        </p:spPr>
      </p:cxnSp>
      <p:sp>
        <p:nvSpPr>
          <p:cNvPr id="405" name="Google Shape;405;g3243a3cdda7_0_573"/>
          <p:cNvSpPr txBox="1"/>
          <p:nvPr/>
        </p:nvSpPr>
        <p:spPr>
          <a:xfrm>
            <a:off x="6515125" y="4244809"/>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406" name="Google Shape;406;g3243a3cdda7_0_573"/>
          <p:cNvSpPr txBox="1"/>
          <p:nvPr/>
        </p:nvSpPr>
        <p:spPr>
          <a:xfrm>
            <a:off x="3078189" y="4221471"/>
            <a:ext cx="4413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407" name="Google Shape;407;g3243a3cdda7_0_573"/>
          <p:cNvSpPr txBox="1"/>
          <p:nvPr/>
        </p:nvSpPr>
        <p:spPr>
          <a:xfrm>
            <a:off x="6067450" y="424343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408" name="Google Shape;408;g3243a3cdda7_0_573"/>
          <p:cNvSpPr txBox="1"/>
          <p:nvPr/>
        </p:nvSpPr>
        <p:spPr>
          <a:xfrm>
            <a:off x="4170389" y="4224217"/>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09" name="Google Shape;409;g3243a3cdda7_0_573"/>
          <p:cNvSpPr txBox="1"/>
          <p:nvPr/>
        </p:nvSpPr>
        <p:spPr>
          <a:xfrm>
            <a:off x="3524276" y="422284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10" name="Google Shape;410;g3243a3cdda7_0_573"/>
          <p:cNvSpPr txBox="1"/>
          <p:nvPr/>
        </p:nvSpPr>
        <p:spPr>
          <a:xfrm>
            <a:off x="3856064" y="4221471"/>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411" name="Google Shape;411;g3243a3cdda7_0_573"/>
          <p:cNvSpPr txBox="1"/>
          <p:nvPr/>
        </p:nvSpPr>
        <p:spPr>
          <a:xfrm>
            <a:off x="3225826" y="3780822"/>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412" name="Google Shape;412;g3243a3cdda7_0_573"/>
          <p:cNvSpPr txBox="1"/>
          <p:nvPr/>
        </p:nvSpPr>
        <p:spPr>
          <a:xfrm>
            <a:off x="5622950" y="3639429"/>
            <a:ext cx="951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243a3cdda7_0_577"/>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418" name="Google Shape;418;g3243a3cdda7_0_577"/>
          <p:cNvSpPr/>
          <p:nvPr/>
        </p:nvSpPr>
        <p:spPr>
          <a:xfrm>
            <a:off x="3757675" y="1154092"/>
            <a:ext cx="609600" cy="40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19" name="Google Shape;419;g3243a3cdda7_0_577"/>
          <p:cNvSpPr/>
          <p:nvPr/>
        </p:nvSpPr>
        <p:spPr>
          <a:xfrm>
            <a:off x="2995675" y="1841456"/>
            <a:ext cx="609600" cy="40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20" name="Google Shape;420;g3243a3cdda7_0_577"/>
          <p:cNvSpPr txBox="1"/>
          <p:nvPr/>
        </p:nvSpPr>
        <p:spPr>
          <a:xfrm>
            <a:off x="7037450" y="1211373"/>
            <a:ext cx="438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421" name="Google Shape;421;g3243a3cdda7_0_577"/>
          <p:cNvSpPr/>
          <p:nvPr/>
        </p:nvSpPr>
        <p:spPr>
          <a:xfrm>
            <a:off x="4595875" y="1841456"/>
            <a:ext cx="609600" cy="40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22" name="Google Shape;422;g3243a3cdda7_0_577"/>
          <p:cNvSpPr txBox="1"/>
          <p:nvPr/>
        </p:nvSpPr>
        <p:spPr>
          <a:xfrm>
            <a:off x="3135375" y="1910670"/>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23" name="Google Shape;423;g3243a3cdda7_0_577"/>
          <p:cNvSpPr/>
          <p:nvPr/>
        </p:nvSpPr>
        <p:spPr>
          <a:xfrm>
            <a:off x="2309875" y="2643380"/>
            <a:ext cx="609600" cy="4011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24" name="Google Shape;424;g3243a3cdda7_0_577"/>
          <p:cNvSpPr txBox="1"/>
          <p:nvPr/>
        </p:nvSpPr>
        <p:spPr>
          <a:xfrm>
            <a:off x="2386075" y="2700661"/>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25" name="Google Shape;425;g3243a3cdda7_0_577"/>
          <p:cNvSpPr txBox="1"/>
          <p:nvPr/>
        </p:nvSpPr>
        <p:spPr>
          <a:xfrm>
            <a:off x="4743513" y="1904703"/>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426" name="Google Shape;426;g3243a3cdda7_0_577"/>
          <p:cNvCxnSpPr/>
          <p:nvPr/>
        </p:nvCxnSpPr>
        <p:spPr>
          <a:xfrm flipH="1">
            <a:off x="3452875" y="1497774"/>
            <a:ext cx="457200" cy="401100"/>
          </a:xfrm>
          <a:prstGeom prst="straightConnector1">
            <a:avLst/>
          </a:prstGeom>
          <a:noFill/>
          <a:ln cap="flat" cmpd="sng" w="9525">
            <a:solidFill>
              <a:srgbClr val="000000"/>
            </a:solidFill>
            <a:prstDash val="solid"/>
            <a:round/>
            <a:headEnd len="sm" w="sm" type="none"/>
            <a:tailEnd len="sm" w="sm" type="none"/>
          </a:ln>
        </p:spPr>
      </p:cxnSp>
      <p:cxnSp>
        <p:nvCxnSpPr>
          <p:cNvPr id="427" name="Google Shape;427;g3243a3cdda7_0_577"/>
          <p:cNvCxnSpPr/>
          <p:nvPr/>
        </p:nvCxnSpPr>
        <p:spPr>
          <a:xfrm flipH="1">
            <a:off x="2767075" y="2242418"/>
            <a:ext cx="381000" cy="458400"/>
          </a:xfrm>
          <a:prstGeom prst="straightConnector1">
            <a:avLst/>
          </a:prstGeom>
          <a:noFill/>
          <a:ln cap="flat" cmpd="sng" w="9525">
            <a:solidFill>
              <a:srgbClr val="000000"/>
            </a:solidFill>
            <a:prstDash val="solid"/>
            <a:round/>
            <a:headEnd len="sm" w="sm" type="none"/>
            <a:tailEnd len="sm" w="sm" type="none"/>
          </a:ln>
        </p:spPr>
      </p:cxnSp>
      <p:cxnSp>
        <p:nvCxnSpPr>
          <p:cNvPr id="428" name="Google Shape;428;g3243a3cdda7_0_577"/>
          <p:cNvCxnSpPr/>
          <p:nvPr/>
        </p:nvCxnSpPr>
        <p:spPr>
          <a:xfrm>
            <a:off x="4291075" y="1497774"/>
            <a:ext cx="381000" cy="401100"/>
          </a:xfrm>
          <a:prstGeom prst="straightConnector1">
            <a:avLst/>
          </a:prstGeom>
          <a:noFill/>
          <a:ln cap="flat" cmpd="sng" w="9525">
            <a:solidFill>
              <a:srgbClr val="000000"/>
            </a:solidFill>
            <a:prstDash val="solid"/>
            <a:round/>
            <a:headEnd len="sm" w="sm" type="none"/>
            <a:tailEnd len="sm" w="sm" type="none"/>
          </a:ln>
        </p:spPr>
      </p:cxnSp>
      <p:sp>
        <p:nvSpPr>
          <p:cNvPr id="429" name="Google Shape;429;g3243a3cdda7_0_577"/>
          <p:cNvSpPr txBox="1"/>
          <p:nvPr/>
        </p:nvSpPr>
        <p:spPr>
          <a:xfrm>
            <a:off x="6637401" y="409567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430" name="Google Shape;430;g3243a3cdda7_0_577"/>
          <p:cNvSpPr txBox="1"/>
          <p:nvPr/>
        </p:nvSpPr>
        <p:spPr>
          <a:xfrm>
            <a:off x="5742051" y="4096868"/>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431" name="Google Shape;431;g3243a3cdda7_0_577"/>
          <p:cNvSpPr txBox="1"/>
          <p:nvPr/>
        </p:nvSpPr>
        <p:spPr>
          <a:xfrm>
            <a:off x="6189726" y="4094481"/>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432" name="Google Shape;432;g3243a3cdda7_0_577"/>
          <p:cNvSpPr txBox="1"/>
          <p:nvPr/>
        </p:nvSpPr>
        <p:spPr>
          <a:xfrm>
            <a:off x="4292664" y="4077774"/>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33" name="Google Shape;433;g3243a3cdda7_0_577"/>
          <p:cNvSpPr txBox="1"/>
          <p:nvPr/>
        </p:nvSpPr>
        <p:spPr>
          <a:xfrm>
            <a:off x="3646551" y="4076582"/>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34" name="Google Shape;434;g3243a3cdda7_0_577"/>
          <p:cNvSpPr txBox="1"/>
          <p:nvPr/>
        </p:nvSpPr>
        <p:spPr>
          <a:xfrm>
            <a:off x="3978339" y="4075387"/>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435" name="Google Shape;435;g3243a3cdda7_0_577"/>
          <p:cNvSpPr txBox="1"/>
          <p:nvPr/>
        </p:nvSpPr>
        <p:spPr>
          <a:xfrm>
            <a:off x="3348101" y="3692326"/>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436" name="Google Shape;436;g3243a3cdda7_0_577"/>
          <p:cNvSpPr txBox="1"/>
          <p:nvPr/>
        </p:nvSpPr>
        <p:spPr>
          <a:xfrm>
            <a:off x="5745226" y="3569411"/>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cxnSp>
        <p:nvCxnSpPr>
          <p:cNvPr id="437" name="Google Shape;437;g3243a3cdda7_0_577"/>
          <p:cNvCxnSpPr/>
          <p:nvPr/>
        </p:nvCxnSpPr>
        <p:spPr>
          <a:xfrm>
            <a:off x="4479989" y="1325934"/>
            <a:ext cx="2454300" cy="21600"/>
          </a:xfrm>
          <a:prstGeom prst="straightConnector1">
            <a:avLst/>
          </a:prstGeom>
          <a:noFill/>
          <a:ln cap="flat" cmpd="sng" w="9525">
            <a:solidFill>
              <a:srgbClr val="000000"/>
            </a:solidFill>
            <a:prstDash val="dash"/>
            <a:round/>
            <a:headEnd len="sm" w="sm" type="none"/>
            <a:tailEnd len="med" w="med" type="triangle"/>
          </a:ln>
        </p:spPr>
      </p:cxnSp>
      <p:sp>
        <p:nvSpPr>
          <p:cNvPr id="438" name="Google Shape;438;g3243a3cdda7_0_577"/>
          <p:cNvSpPr txBox="1"/>
          <p:nvPr/>
        </p:nvSpPr>
        <p:spPr>
          <a:xfrm>
            <a:off x="5003864" y="1022825"/>
            <a:ext cx="195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Take out biggest</a:t>
            </a:r>
            <a:endParaRPr b="0" i="0" sz="1400" u="none" cap="none" strike="noStrike">
              <a:solidFill>
                <a:srgbClr val="000000"/>
              </a:solidFill>
              <a:latin typeface="Arial"/>
              <a:ea typeface="Arial"/>
              <a:cs typeface="Arial"/>
              <a:sym typeface="Arial"/>
            </a:endParaRPr>
          </a:p>
        </p:txBody>
      </p:sp>
      <p:cxnSp>
        <p:nvCxnSpPr>
          <p:cNvPr id="439" name="Google Shape;439;g3243a3cdda7_0_577"/>
          <p:cNvCxnSpPr/>
          <p:nvPr/>
        </p:nvCxnSpPr>
        <p:spPr>
          <a:xfrm>
            <a:off x="4470464" y="4357016"/>
            <a:ext cx="9600" cy="94200"/>
          </a:xfrm>
          <a:prstGeom prst="straightConnector1">
            <a:avLst/>
          </a:prstGeom>
          <a:noFill/>
          <a:ln cap="flat" cmpd="sng" w="9525">
            <a:solidFill>
              <a:srgbClr val="000000"/>
            </a:solidFill>
            <a:prstDash val="solid"/>
            <a:round/>
            <a:headEnd len="sm" w="sm" type="none"/>
            <a:tailEnd len="sm" w="sm" type="none"/>
          </a:ln>
        </p:spPr>
      </p:cxnSp>
      <p:cxnSp>
        <p:nvCxnSpPr>
          <p:cNvPr id="440" name="Google Shape;440;g3243a3cdda7_0_577"/>
          <p:cNvCxnSpPr/>
          <p:nvPr/>
        </p:nvCxnSpPr>
        <p:spPr>
          <a:xfrm rot="10800000">
            <a:off x="3497189" y="4451290"/>
            <a:ext cx="982800" cy="0"/>
          </a:xfrm>
          <a:prstGeom prst="straightConnector1">
            <a:avLst/>
          </a:prstGeom>
          <a:noFill/>
          <a:ln cap="flat" cmpd="sng" w="9525">
            <a:solidFill>
              <a:srgbClr val="000000"/>
            </a:solidFill>
            <a:prstDash val="solid"/>
            <a:round/>
            <a:headEnd len="sm" w="sm" type="none"/>
            <a:tailEnd len="sm" w="sm" type="none"/>
          </a:ln>
        </p:spPr>
      </p:cxnSp>
      <p:cxnSp>
        <p:nvCxnSpPr>
          <p:cNvPr id="441" name="Google Shape;441;g3243a3cdda7_0_577"/>
          <p:cNvCxnSpPr/>
          <p:nvPr/>
        </p:nvCxnSpPr>
        <p:spPr>
          <a:xfrm rot="10800000">
            <a:off x="3506850" y="4357050"/>
            <a:ext cx="0" cy="101400"/>
          </a:xfrm>
          <a:prstGeom prst="straightConnector1">
            <a:avLst/>
          </a:prstGeom>
          <a:noFill/>
          <a:ln cap="flat" cmpd="sng" w="9525">
            <a:solidFill>
              <a:srgbClr val="000000"/>
            </a:solidFill>
            <a:prstDash val="solid"/>
            <a:round/>
            <a:headEnd len="sm" w="sm" type="none"/>
            <a:tailEnd len="med" w="med" type="triangle"/>
          </a:ln>
        </p:spPr>
      </p:cxnSp>
      <p:cxnSp>
        <p:nvCxnSpPr>
          <p:cNvPr id="442" name="Google Shape;442;g3243a3cdda7_0_577"/>
          <p:cNvCxnSpPr/>
          <p:nvPr/>
        </p:nvCxnSpPr>
        <p:spPr>
          <a:xfrm flipH="1" rot="10800000">
            <a:off x="2611500" y="1391688"/>
            <a:ext cx="20700" cy="1214700"/>
          </a:xfrm>
          <a:prstGeom prst="straightConnector1">
            <a:avLst/>
          </a:prstGeom>
          <a:noFill/>
          <a:ln cap="flat" cmpd="sng" w="9525">
            <a:solidFill>
              <a:srgbClr val="000000"/>
            </a:solidFill>
            <a:prstDash val="solid"/>
            <a:round/>
            <a:headEnd len="sm" w="sm" type="none"/>
            <a:tailEnd len="sm" w="sm" type="none"/>
          </a:ln>
        </p:spPr>
      </p:cxnSp>
      <p:cxnSp>
        <p:nvCxnSpPr>
          <p:cNvPr id="443" name="Google Shape;443;g3243a3cdda7_0_577"/>
          <p:cNvCxnSpPr/>
          <p:nvPr/>
        </p:nvCxnSpPr>
        <p:spPr>
          <a:xfrm flipH="1" rot="10800000">
            <a:off x="2632138" y="1354707"/>
            <a:ext cx="1116000" cy="29700"/>
          </a:xfrm>
          <a:prstGeom prst="straightConnector1">
            <a:avLst/>
          </a:prstGeom>
          <a:noFill/>
          <a:ln cap="flat" cmpd="sng" w="9525">
            <a:solidFill>
              <a:srgbClr val="000000"/>
            </a:solidFill>
            <a:prstDash val="solid"/>
            <a:round/>
            <a:headEnd len="sm" w="sm" type="none"/>
            <a:tailEnd len="med" w="med" type="triangle"/>
          </a:ln>
        </p:spPr>
      </p:cxnSp>
      <p:sp>
        <p:nvSpPr>
          <p:cNvPr id="444" name="Google Shape;444;g3243a3cdda7_0_577"/>
          <p:cNvSpPr txBox="1"/>
          <p:nvPr/>
        </p:nvSpPr>
        <p:spPr>
          <a:xfrm>
            <a:off x="922400" y="1471521"/>
            <a:ext cx="1782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Move the last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element to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root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243a3cdda7_0_581"/>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450" name="Google Shape;450;g3243a3cdda7_0_581"/>
          <p:cNvSpPr/>
          <p:nvPr/>
        </p:nvSpPr>
        <p:spPr>
          <a:xfrm>
            <a:off x="3684050" y="117000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51" name="Google Shape;451;g3243a3cdda7_0_581"/>
          <p:cNvSpPr/>
          <p:nvPr/>
        </p:nvSpPr>
        <p:spPr>
          <a:xfrm>
            <a:off x="2922050" y="208440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52" name="Google Shape;452;g3243a3cdda7_0_581"/>
          <p:cNvSpPr/>
          <p:nvPr/>
        </p:nvSpPr>
        <p:spPr>
          <a:xfrm>
            <a:off x="4522250" y="208440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53" name="Google Shape;453;g3243a3cdda7_0_581"/>
          <p:cNvSpPr txBox="1"/>
          <p:nvPr/>
        </p:nvSpPr>
        <p:spPr>
          <a:xfrm>
            <a:off x="3061750" y="2176476"/>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54" name="Google Shape;454;g3243a3cdda7_0_581"/>
          <p:cNvSpPr txBox="1"/>
          <p:nvPr/>
        </p:nvSpPr>
        <p:spPr>
          <a:xfrm>
            <a:off x="3823750" y="1254138"/>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55" name="Google Shape;455;g3243a3cdda7_0_581"/>
          <p:cNvSpPr txBox="1"/>
          <p:nvPr/>
        </p:nvSpPr>
        <p:spPr>
          <a:xfrm>
            <a:off x="4669888" y="2168538"/>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456" name="Google Shape;456;g3243a3cdda7_0_581"/>
          <p:cNvCxnSpPr/>
          <p:nvPr/>
        </p:nvCxnSpPr>
        <p:spPr>
          <a:xfrm flipH="1">
            <a:off x="3379250" y="1627200"/>
            <a:ext cx="457200" cy="533400"/>
          </a:xfrm>
          <a:prstGeom prst="straightConnector1">
            <a:avLst/>
          </a:prstGeom>
          <a:noFill/>
          <a:ln cap="flat" cmpd="sng" w="9525">
            <a:solidFill>
              <a:srgbClr val="000000"/>
            </a:solidFill>
            <a:prstDash val="solid"/>
            <a:round/>
            <a:headEnd len="sm" w="sm" type="none"/>
            <a:tailEnd len="sm" w="sm" type="none"/>
          </a:ln>
        </p:spPr>
      </p:cxnSp>
      <p:cxnSp>
        <p:nvCxnSpPr>
          <p:cNvPr id="457" name="Google Shape;457;g3243a3cdda7_0_581"/>
          <p:cNvCxnSpPr/>
          <p:nvPr/>
        </p:nvCxnSpPr>
        <p:spPr>
          <a:xfrm>
            <a:off x="4217450" y="1627200"/>
            <a:ext cx="381000" cy="533400"/>
          </a:xfrm>
          <a:prstGeom prst="straightConnector1">
            <a:avLst/>
          </a:prstGeom>
          <a:noFill/>
          <a:ln cap="flat" cmpd="sng" w="9525">
            <a:solidFill>
              <a:srgbClr val="000000"/>
            </a:solidFill>
            <a:prstDash val="solid"/>
            <a:round/>
            <a:headEnd len="sm" w="sm" type="none"/>
            <a:tailEnd len="sm" w="sm" type="none"/>
          </a:ln>
        </p:spPr>
      </p:cxnSp>
      <p:cxnSp>
        <p:nvCxnSpPr>
          <p:cNvPr id="458" name="Google Shape;458;g3243a3cdda7_0_581"/>
          <p:cNvCxnSpPr/>
          <p:nvPr/>
        </p:nvCxnSpPr>
        <p:spPr>
          <a:xfrm>
            <a:off x="4906426" y="1687525"/>
            <a:ext cx="66600" cy="414300"/>
          </a:xfrm>
          <a:prstGeom prst="straightConnector1">
            <a:avLst/>
          </a:prstGeom>
          <a:noFill/>
          <a:ln cap="flat" cmpd="sng" w="9525">
            <a:solidFill>
              <a:srgbClr val="000000"/>
            </a:solidFill>
            <a:prstDash val="solid"/>
            <a:round/>
            <a:headEnd len="sm" w="sm" type="none"/>
            <a:tailEnd len="med" w="med" type="triangle"/>
          </a:ln>
        </p:spPr>
      </p:cxnSp>
      <p:cxnSp>
        <p:nvCxnSpPr>
          <p:cNvPr id="459" name="Google Shape;459;g3243a3cdda7_0_581"/>
          <p:cNvCxnSpPr/>
          <p:nvPr/>
        </p:nvCxnSpPr>
        <p:spPr>
          <a:xfrm rot="10800000">
            <a:off x="4281000" y="1504901"/>
            <a:ext cx="615900" cy="173100"/>
          </a:xfrm>
          <a:prstGeom prst="straightConnector1">
            <a:avLst/>
          </a:prstGeom>
          <a:noFill/>
          <a:ln cap="flat" cmpd="sng" w="9525">
            <a:solidFill>
              <a:srgbClr val="000000"/>
            </a:solidFill>
            <a:prstDash val="solid"/>
            <a:round/>
            <a:headEnd len="sm" w="sm" type="none"/>
            <a:tailEnd len="med" w="med" type="triangle"/>
          </a:ln>
        </p:spPr>
      </p:cxnSp>
      <p:sp>
        <p:nvSpPr>
          <p:cNvPr id="460" name="Google Shape;460;g3243a3cdda7_0_581"/>
          <p:cNvSpPr txBox="1"/>
          <p:nvPr/>
        </p:nvSpPr>
        <p:spPr>
          <a:xfrm>
            <a:off x="4958814" y="1379550"/>
            <a:ext cx="732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swap</a:t>
            </a:r>
            <a:endParaRPr b="0" i="0" sz="1400" u="none" cap="none" strike="noStrike">
              <a:solidFill>
                <a:srgbClr val="000000"/>
              </a:solidFill>
              <a:latin typeface="Arial"/>
              <a:ea typeface="Arial"/>
              <a:cs typeface="Arial"/>
              <a:sym typeface="Arial"/>
            </a:endParaRPr>
          </a:p>
        </p:txBody>
      </p:sp>
      <p:sp>
        <p:nvSpPr>
          <p:cNvPr id="461" name="Google Shape;461;g3243a3cdda7_0_581"/>
          <p:cNvSpPr txBox="1"/>
          <p:nvPr/>
        </p:nvSpPr>
        <p:spPr>
          <a:xfrm>
            <a:off x="6698651" y="4315314"/>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462" name="Google Shape;462;g3243a3cdda7_0_581"/>
          <p:cNvSpPr txBox="1"/>
          <p:nvPr/>
        </p:nvSpPr>
        <p:spPr>
          <a:xfrm>
            <a:off x="5803301" y="431690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463" name="Google Shape;463;g3243a3cdda7_0_581"/>
          <p:cNvSpPr txBox="1"/>
          <p:nvPr/>
        </p:nvSpPr>
        <p:spPr>
          <a:xfrm>
            <a:off x="6250976" y="431372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464" name="Google Shape;464;g3243a3cdda7_0_581"/>
          <p:cNvSpPr txBox="1"/>
          <p:nvPr/>
        </p:nvSpPr>
        <p:spPr>
          <a:xfrm>
            <a:off x="3372839" y="428197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65" name="Google Shape;465;g3243a3cdda7_0_581"/>
          <p:cNvSpPr txBox="1"/>
          <p:nvPr/>
        </p:nvSpPr>
        <p:spPr>
          <a:xfrm>
            <a:off x="3707801" y="4289914"/>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66" name="Google Shape;466;g3243a3cdda7_0_581"/>
          <p:cNvSpPr txBox="1"/>
          <p:nvPr/>
        </p:nvSpPr>
        <p:spPr>
          <a:xfrm>
            <a:off x="4039589" y="428832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467" name="Google Shape;467;g3243a3cdda7_0_581"/>
          <p:cNvSpPr txBox="1"/>
          <p:nvPr/>
        </p:nvSpPr>
        <p:spPr>
          <a:xfrm>
            <a:off x="3409351" y="3778738"/>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468" name="Google Shape;468;g3243a3cdda7_0_581"/>
          <p:cNvSpPr txBox="1"/>
          <p:nvPr/>
        </p:nvSpPr>
        <p:spPr>
          <a:xfrm>
            <a:off x="5806476" y="3615225"/>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243a3cdda7_0_58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474" name="Google Shape;474;g3243a3cdda7_0_585"/>
          <p:cNvSpPr/>
          <p:nvPr/>
        </p:nvSpPr>
        <p:spPr>
          <a:xfrm>
            <a:off x="3856175" y="98355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75" name="Google Shape;475;g3243a3cdda7_0_585"/>
          <p:cNvSpPr/>
          <p:nvPr/>
        </p:nvSpPr>
        <p:spPr>
          <a:xfrm>
            <a:off x="3094175" y="189795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76" name="Google Shape;476;g3243a3cdda7_0_585"/>
          <p:cNvSpPr/>
          <p:nvPr/>
        </p:nvSpPr>
        <p:spPr>
          <a:xfrm>
            <a:off x="4694375" y="189795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77" name="Google Shape;477;g3243a3cdda7_0_585"/>
          <p:cNvSpPr txBox="1"/>
          <p:nvPr/>
        </p:nvSpPr>
        <p:spPr>
          <a:xfrm>
            <a:off x="3233875" y="1990026"/>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78" name="Google Shape;478;g3243a3cdda7_0_585"/>
          <p:cNvSpPr txBox="1"/>
          <p:nvPr/>
        </p:nvSpPr>
        <p:spPr>
          <a:xfrm>
            <a:off x="4832488" y="1991613"/>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79" name="Google Shape;479;g3243a3cdda7_0_585"/>
          <p:cNvSpPr txBox="1"/>
          <p:nvPr/>
        </p:nvSpPr>
        <p:spPr>
          <a:xfrm>
            <a:off x="4024450" y="1058163"/>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480" name="Google Shape;480;g3243a3cdda7_0_585"/>
          <p:cNvCxnSpPr/>
          <p:nvPr/>
        </p:nvCxnSpPr>
        <p:spPr>
          <a:xfrm flipH="1">
            <a:off x="3551375" y="1440750"/>
            <a:ext cx="457200" cy="533400"/>
          </a:xfrm>
          <a:prstGeom prst="straightConnector1">
            <a:avLst/>
          </a:prstGeom>
          <a:noFill/>
          <a:ln cap="flat" cmpd="sng" w="9525">
            <a:solidFill>
              <a:srgbClr val="000000"/>
            </a:solidFill>
            <a:prstDash val="solid"/>
            <a:round/>
            <a:headEnd len="sm" w="sm" type="none"/>
            <a:tailEnd len="sm" w="sm" type="none"/>
          </a:ln>
        </p:spPr>
      </p:cxnSp>
      <p:cxnSp>
        <p:nvCxnSpPr>
          <p:cNvPr id="481" name="Google Shape;481;g3243a3cdda7_0_585"/>
          <p:cNvCxnSpPr/>
          <p:nvPr/>
        </p:nvCxnSpPr>
        <p:spPr>
          <a:xfrm>
            <a:off x="4389575" y="1440750"/>
            <a:ext cx="381000" cy="533400"/>
          </a:xfrm>
          <a:prstGeom prst="straightConnector1">
            <a:avLst/>
          </a:prstGeom>
          <a:noFill/>
          <a:ln cap="flat" cmpd="sng" w="9525">
            <a:solidFill>
              <a:srgbClr val="000000"/>
            </a:solidFill>
            <a:prstDash val="solid"/>
            <a:round/>
            <a:headEnd len="sm" w="sm" type="none"/>
            <a:tailEnd len="sm" w="sm" type="none"/>
          </a:ln>
        </p:spPr>
      </p:cxnSp>
      <p:sp>
        <p:nvSpPr>
          <p:cNvPr id="482" name="Google Shape;482;g3243a3cdda7_0_585"/>
          <p:cNvSpPr txBox="1"/>
          <p:nvPr/>
        </p:nvSpPr>
        <p:spPr>
          <a:xfrm>
            <a:off x="6424751" y="4229789"/>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483" name="Google Shape;483;g3243a3cdda7_0_585"/>
          <p:cNvSpPr txBox="1"/>
          <p:nvPr/>
        </p:nvSpPr>
        <p:spPr>
          <a:xfrm>
            <a:off x="5529401" y="423137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484" name="Google Shape;484;g3243a3cdda7_0_585"/>
          <p:cNvSpPr txBox="1"/>
          <p:nvPr/>
        </p:nvSpPr>
        <p:spPr>
          <a:xfrm>
            <a:off x="5977076" y="422820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485" name="Google Shape;485;g3243a3cdda7_0_585"/>
          <p:cNvSpPr txBox="1"/>
          <p:nvPr/>
        </p:nvSpPr>
        <p:spPr>
          <a:xfrm>
            <a:off x="3743464" y="420597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486" name="Google Shape;486;g3243a3cdda7_0_585"/>
          <p:cNvSpPr txBox="1"/>
          <p:nvPr/>
        </p:nvSpPr>
        <p:spPr>
          <a:xfrm>
            <a:off x="3433901" y="4204389"/>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87" name="Google Shape;487;g3243a3cdda7_0_585"/>
          <p:cNvSpPr txBox="1"/>
          <p:nvPr/>
        </p:nvSpPr>
        <p:spPr>
          <a:xfrm>
            <a:off x="3110051" y="421232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488" name="Google Shape;488;g3243a3cdda7_0_585"/>
          <p:cNvSpPr txBox="1"/>
          <p:nvPr/>
        </p:nvSpPr>
        <p:spPr>
          <a:xfrm>
            <a:off x="3135451" y="3693213"/>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489" name="Google Shape;489;g3243a3cdda7_0_585"/>
          <p:cNvSpPr txBox="1"/>
          <p:nvPr/>
        </p:nvSpPr>
        <p:spPr>
          <a:xfrm>
            <a:off x="5532576" y="3529700"/>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243a3cdda7_0_589"/>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495" name="Google Shape;495;g3243a3cdda7_0_589"/>
          <p:cNvSpPr/>
          <p:nvPr/>
        </p:nvSpPr>
        <p:spPr>
          <a:xfrm>
            <a:off x="3144863" y="1344625"/>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96" name="Google Shape;496;g3243a3cdda7_0_589"/>
          <p:cNvSpPr/>
          <p:nvPr/>
        </p:nvSpPr>
        <p:spPr>
          <a:xfrm>
            <a:off x="2382863" y="2259025"/>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97" name="Google Shape;497;g3243a3cdda7_0_589"/>
          <p:cNvSpPr/>
          <p:nvPr/>
        </p:nvSpPr>
        <p:spPr>
          <a:xfrm>
            <a:off x="3983063" y="2259025"/>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498" name="Google Shape;498;g3243a3cdda7_0_589"/>
          <p:cNvSpPr txBox="1"/>
          <p:nvPr/>
        </p:nvSpPr>
        <p:spPr>
          <a:xfrm>
            <a:off x="2522563" y="2351101"/>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499" name="Google Shape;499;g3243a3cdda7_0_589"/>
          <p:cNvSpPr txBox="1"/>
          <p:nvPr/>
        </p:nvSpPr>
        <p:spPr>
          <a:xfrm>
            <a:off x="4121176" y="2352688"/>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00" name="Google Shape;500;g3243a3cdda7_0_589"/>
          <p:cNvSpPr txBox="1"/>
          <p:nvPr/>
        </p:nvSpPr>
        <p:spPr>
          <a:xfrm>
            <a:off x="6450038" y="1400188"/>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cxnSp>
        <p:nvCxnSpPr>
          <p:cNvPr id="501" name="Google Shape;501;g3243a3cdda7_0_589"/>
          <p:cNvCxnSpPr/>
          <p:nvPr/>
        </p:nvCxnSpPr>
        <p:spPr>
          <a:xfrm flipH="1">
            <a:off x="2840063" y="1801825"/>
            <a:ext cx="457200" cy="533400"/>
          </a:xfrm>
          <a:prstGeom prst="straightConnector1">
            <a:avLst/>
          </a:prstGeom>
          <a:noFill/>
          <a:ln cap="flat" cmpd="sng" w="9525">
            <a:solidFill>
              <a:srgbClr val="000000"/>
            </a:solidFill>
            <a:prstDash val="solid"/>
            <a:round/>
            <a:headEnd len="sm" w="sm" type="none"/>
            <a:tailEnd len="sm" w="sm" type="none"/>
          </a:ln>
        </p:spPr>
      </p:cxnSp>
      <p:cxnSp>
        <p:nvCxnSpPr>
          <p:cNvPr id="502" name="Google Shape;502;g3243a3cdda7_0_589"/>
          <p:cNvCxnSpPr/>
          <p:nvPr/>
        </p:nvCxnSpPr>
        <p:spPr>
          <a:xfrm>
            <a:off x="3678263" y="1801825"/>
            <a:ext cx="381000" cy="533400"/>
          </a:xfrm>
          <a:prstGeom prst="straightConnector1">
            <a:avLst/>
          </a:prstGeom>
          <a:noFill/>
          <a:ln cap="flat" cmpd="sng" w="9525">
            <a:solidFill>
              <a:srgbClr val="000000"/>
            </a:solidFill>
            <a:prstDash val="solid"/>
            <a:round/>
            <a:headEnd len="sm" w="sm" type="none"/>
            <a:tailEnd len="sm" w="sm" type="none"/>
          </a:ln>
        </p:spPr>
      </p:cxnSp>
      <p:cxnSp>
        <p:nvCxnSpPr>
          <p:cNvPr id="503" name="Google Shape;503;g3243a3cdda7_0_589"/>
          <p:cNvCxnSpPr/>
          <p:nvPr/>
        </p:nvCxnSpPr>
        <p:spPr>
          <a:xfrm>
            <a:off x="3867177" y="1573226"/>
            <a:ext cx="2454300" cy="28500"/>
          </a:xfrm>
          <a:prstGeom prst="straightConnector1">
            <a:avLst/>
          </a:prstGeom>
          <a:noFill/>
          <a:ln cap="flat" cmpd="sng" w="9525">
            <a:solidFill>
              <a:srgbClr val="000000"/>
            </a:solidFill>
            <a:prstDash val="dash"/>
            <a:round/>
            <a:headEnd len="sm" w="sm" type="none"/>
            <a:tailEnd len="med" w="med" type="triangle"/>
          </a:ln>
        </p:spPr>
      </p:cxnSp>
      <p:cxnSp>
        <p:nvCxnSpPr>
          <p:cNvPr id="504" name="Google Shape;504;g3243a3cdda7_0_589"/>
          <p:cNvCxnSpPr/>
          <p:nvPr/>
        </p:nvCxnSpPr>
        <p:spPr>
          <a:xfrm rot="10800000">
            <a:off x="4319689" y="1814625"/>
            <a:ext cx="28500" cy="431700"/>
          </a:xfrm>
          <a:prstGeom prst="straightConnector1">
            <a:avLst/>
          </a:prstGeom>
          <a:noFill/>
          <a:ln cap="flat" cmpd="sng" w="9525">
            <a:solidFill>
              <a:srgbClr val="000000"/>
            </a:solidFill>
            <a:prstDash val="solid"/>
            <a:round/>
            <a:headEnd len="sm" w="sm" type="none"/>
            <a:tailEnd len="sm" w="sm" type="none"/>
          </a:ln>
        </p:spPr>
      </p:cxnSp>
      <p:cxnSp>
        <p:nvCxnSpPr>
          <p:cNvPr id="505" name="Google Shape;505;g3243a3cdda7_0_589"/>
          <p:cNvCxnSpPr/>
          <p:nvPr/>
        </p:nvCxnSpPr>
        <p:spPr>
          <a:xfrm rot="10800000">
            <a:off x="3751338" y="1669925"/>
            <a:ext cx="577800" cy="144600"/>
          </a:xfrm>
          <a:prstGeom prst="straightConnector1">
            <a:avLst/>
          </a:prstGeom>
          <a:noFill/>
          <a:ln cap="flat" cmpd="sng" w="9525">
            <a:solidFill>
              <a:srgbClr val="000000"/>
            </a:solidFill>
            <a:prstDash val="solid"/>
            <a:round/>
            <a:headEnd len="sm" w="sm" type="none"/>
            <a:tailEnd len="med" w="med" type="triangle"/>
          </a:ln>
        </p:spPr>
      </p:cxnSp>
      <p:sp>
        <p:nvSpPr>
          <p:cNvPr id="506" name="Google Shape;506;g3243a3cdda7_0_589"/>
          <p:cNvSpPr txBox="1"/>
          <p:nvPr/>
        </p:nvSpPr>
        <p:spPr>
          <a:xfrm>
            <a:off x="4660926" y="1747850"/>
            <a:ext cx="1782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Move the last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element to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root</a:t>
            </a:r>
            <a:endParaRPr b="0" i="0" sz="1400" u="none" cap="none" strike="noStrike">
              <a:solidFill>
                <a:srgbClr val="000000"/>
              </a:solidFill>
              <a:latin typeface="Arial"/>
              <a:ea typeface="Arial"/>
              <a:cs typeface="Arial"/>
              <a:sym typeface="Arial"/>
            </a:endParaRPr>
          </a:p>
        </p:txBody>
      </p:sp>
      <p:sp>
        <p:nvSpPr>
          <p:cNvPr id="507" name="Google Shape;507;g3243a3cdda7_0_589"/>
          <p:cNvSpPr txBox="1"/>
          <p:nvPr/>
        </p:nvSpPr>
        <p:spPr>
          <a:xfrm>
            <a:off x="4391052" y="1170000"/>
            <a:ext cx="195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Take out biggest</a:t>
            </a:r>
            <a:endParaRPr b="0" i="0" sz="1400" u="none" cap="none" strike="noStrike">
              <a:solidFill>
                <a:srgbClr val="000000"/>
              </a:solidFill>
              <a:latin typeface="Arial"/>
              <a:ea typeface="Arial"/>
              <a:cs typeface="Arial"/>
              <a:sym typeface="Arial"/>
            </a:endParaRPr>
          </a:p>
        </p:txBody>
      </p:sp>
      <p:sp>
        <p:nvSpPr>
          <p:cNvPr id="508" name="Google Shape;508;g3243a3cdda7_0_589"/>
          <p:cNvSpPr txBox="1"/>
          <p:nvPr/>
        </p:nvSpPr>
        <p:spPr>
          <a:xfrm>
            <a:off x="5766676" y="3960264"/>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509" name="Google Shape;509;g3243a3cdda7_0_589"/>
          <p:cNvSpPr txBox="1"/>
          <p:nvPr/>
        </p:nvSpPr>
        <p:spPr>
          <a:xfrm>
            <a:off x="4871326" y="396185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510" name="Google Shape;510;g3243a3cdda7_0_589"/>
          <p:cNvSpPr txBox="1"/>
          <p:nvPr/>
        </p:nvSpPr>
        <p:spPr>
          <a:xfrm>
            <a:off x="5319001" y="395867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511" name="Google Shape;511;g3243a3cdda7_0_589"/>
          <p:cNvSpPr txBox="1"/>
          <p:nvPr/>
        </p:nvSpPr>
        <p:spPr>
          <a:xfrm>
            <a:off x="2459914" y="3936450"/>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12" name="Google Shape;512;g3243a3cdda7_0_589"/>
          <p:cNvSpPr txBox="1"/>
          <p:nvPr/>
        </p:nvSpPr>
        <p:spPr>
          <a:xfrm>
            <a:off x="2775826" y="3934864"/>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13" name="Google Shape;513;g3243a3cdda7_0_589"/>
          <p:cNvSpPr txBox="1"/>
          <p:nvPr/>
        </p:nvSpPr>
        <p:spPr>
          <a:xfrm>
            <a:off x="4560176" y="3961850"/>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514" name="Google Shape;514;g3243a3cdda7_0_589"/>
          <p:cNvSpPr txBox="1"/>
          <p:nvPr/>
        </p:nvSpPr>
        <p:spPr>
          <a:xfrm>
            <a:off x="2477376" y="3423688"/>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515" name="Google Shape;515;g3243a3cdda7_0_589"/>
          <p:cNvSpPr txBox="1"/>
          <p:nvPr/>
        </p:nvSpPr>
        <p:spPr>
          <a:xfrm>
            <a:off x="4874501" y="3260175"/>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243a3cdda7_0_70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521" name="Google Shape;521;g3243a3cdda7_0_708"/>
          <p:cNvSpPr txBox="1"/>
          <p:nvPr/>
        </p:nvSpPr>
        <p:spPr>
          <a:xfrm>
            <a:off x="6004726" y="2060164"/>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522" name="Google Shape;522;g3243a3cdda7_0_708"/>
          <p:cNvSpPr txBox="1"/>
          <p:nvPr/>
        </p:nvSpPr>
        <p:spPr>
          <a:xfrm>
            <a:off x="5109376" y="206175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523" name="Google Shape;523;g3243a3cdda7_0_708"/>
          <p:cNvSpPr txBox="1"/>
          <p:nvPr/>
        </p:nvSpPr>
        <p:spPr>
          <a:xfrm>
            <a:off x="5557051" y="205857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524" name="Google Shape;524;g3243a3cdda7_0_708"/>
          <p:cNvSpPr txBox="1"/>
          <p:nvPr/>
        </p:nvSpPr>
        <p:spPr>
          <a:xfrm>
            <a:off x="2697964" y="2036350"/>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25" name="Google Shape;525;g3243a3cdda7_0_708"/>
          <p:cNvSpPr txBox="1"/>
          <p:nvPr/>
        </p:nvSpPr>
        <p:spPr>
          <a:xfrm>
            <a:off x="3013876" y="2034764"/>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26" name="Google Shape;526;g3243a3cdda7_0_708"/>
          <p:cNvSpPr txBox="1"/>
          <p:nvPr/>
        </p:nvSpPr>
        <p:spPr>
          <a:xfrm>
            <a:off x="4798226" y="2061750"/>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527" name="Google Shape;527;g3243a3cdda7_0_708"/>
          <p:cNvSpPr txBox="1"/>
          <p:nvPr/>
        </p:nvSpPr>
        <p:spPr>
          <a:xfrm>
            <a:off x="2715426" y="1523588"/>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528" name="Google Shape;528;g3243a3cdda7_0_708"/>
          <p:cNvSpPr txBox="1"/>
          <p:nvPr/>
        </p:nvSpPr>
        <p:spPr>
          <a:xfrm>
            <a:off x="5112551" y="1360075"/>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
        <p:nvSpPr>
          <p:cNvPr id="529" name="Google Shape;529;g3243a3cdda7_0_708"/>
          <p:cNvSpPr txBox="1"/>
          <p:nvPr/>
        </p:nvSpPr>
        <p:spPr>
          <a:xfrm>
            <a:off x="5996001" y="4156764"/>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530" name="Google Shape;530;g3243a3cdda7_0_708"/>
          <p:cNvSpPr txBox="1"/>
          <p:nvPr/>
        </p:nvSpPr>
        <p:spPr>
          <a:xfrm>
            <a:off x="5100651" y="415835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531" name="Google Shape;531;g3243a3cdda7_0_708"/>
          <p:cNvSpPr txBox="1"/>
          <p:nvPr/>
        </p:nvSpPr>
        <p:spPr>
          <a:xfrm>
            <a:off x="5548326" y="415517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532" name="Google Shape;532;g3243a3cdda7_0_708"/>
          <p:cNvSpPr txBox="1"/>
          <p:nvPr/>
        </p:nvSpPr>
        <p:spPr>
          <a:xfrm>
            <a:off x="3073414" y="414247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33" name="Google Shape;533;g3243a3cdda7_0_708"/>
          <p:cNvSpPr txBox="1"/>
          <p:nvPr/>
        </p:nvSpPr>
        <p:spPr>
          <a:xfrm>
            <a:off x="2763851" y="4140889"/>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34" name="Google Shape;534;g3243a3cdda7_0_708"/>
          <p:cNvSpPr txBox="1"/>
          <p:nvPr/>
        </p:nvSpPr>
        <p:spPr>
          <a:xfrm>
            <a:off x="4789501" y="4158350"/>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535" name="Google Shape;535;g3243a3cdda7_0_708"/>
          <p:cNvSpPr txBox="1"/>
          <p:nvPr/>
        </p:nvSpPr>
        <p:spPr>
          <a:xfrm>
            <a:off x="2706701" y="3620188"/>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536" name="Google Shape;536;g3243a3cdda7_0_708"/>
          <p:cNvSpPr txBox="1"/>
          <p:nvPr/>
        </p:nvSpPr>
        <p:spPr>
          <a:xfrm>
            <a:off x="5103826" y="3456675"/>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243a3cdda7_0_71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542" name="Google Shape;542;g3243a3cdda7_0_712"/>
          <p:cNvSpPr/>
          <p:nvPr/>
        </p:nvSpPr>
        <p:spPr>
          <a:xfrm>
            <a:off x="4008450" y="123020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543" name="Google Shape;543;g3243a3cdda7_0_712"/>
          <p:cNvSpPr/>
          <p:nvPr/>
        </p:nvSpPr>
        <p:spPr>
          <a:xfrm>
            <a:off x="3246450" y="2144600"/>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544" name="Google Shape;544;g3243a3cdda7_0_712"/>
          <p:cNvSpPr txBox="1"/>
          <p:nvPr/>
        </p:nvSpPr>
        <p:spPr>
          <a:xfrm>
            <a:off x="7235838" y="1284176"/>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45" name="Google Shape;545;g3243a3cdda7_0_712"/>
          <p:cNvSpPr txBox="1"/>
          <p:nvPr/>
        </p:nvSpPr>
        <p:spPr>
          <a:xfrm>
            <a:off x="3386150" y="2258901"/>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cxnSp>
        <p:nvCxnSpPr>
          <p:cNvPr id="546" name="Google Shape;546;g3243a3cdda7_0_712"/>
          <p:cNvCxnSpPr/>
          <p:nvPr/>
        </p:nvCxnSpPr>
        <p:spPr>
          <a:xfrm flipH="1">
            <a:off x="3703650" y="1687400"/>
            <a:ext cx="457200" cy="533400"/>
          </a:xfrm>
          <a:prstGeom prst="straightConnector1">
            <a:avLst/>
          </a:prstGeom>
          <a:noFill/>
          <a:ln cap="flat" cmpd="sng" w="9525">
            <a:solidFill>
              <a:srgbClr val="000000"/>
            </a:solidFill>
            <a:prstDash val="solid"/>
            <a:round/>
            <a:headEnd len="sm" w="sm" type="none"/>
            <a:tailEnd len="sm" w="sm" type="none"/>
          </a:ln>
        </p:spPr>
      </p:cxnSp>
      <p:cxnSp>
        <p:nvCxnSpPr>
          <p:cNvPr id="547" name="Google Shape;547;g3243a3cdda7_0_712"/>
          <p:cNvCxnSpPr/>
          <p:nvPr/>
        </p:nvCxnSpPr>
        <p:spPr>
          <a:xfrm>
            <a:off x="4730764" y="1458801"/>
            <a:ext cx="2454300" cy="28500"/>
          </a:xfrm>
          <a:prstGeom prst="straightConnector1">
            <a:avLst/>
          </a:prstGeom>
          <a:noFill/>
          <a:ln cap="flat" cmpd="sng" w="9525">
            <a:solidFill>
              <a:srgbClr val="000000"/>
            </a:solidFill>
            <a:prstDash val="dash"/>
            <a:round/>
            <a:headEnd len="sm" w="sm" type="none"/>
            <a:tailEnd len="med" w="med" type="triangle"/>
          </a:ln>
        </p:spPr>
      </p:cxnSp>
      <p:cxnSp>
        <p:nvCxnSpPr>
          <p:cNvPr id="548" name="Google Shape;548;g3243a3cdda7_0_712"/>
          <p:cNvCxnSpPr/>
          <p:nvPr/>
        </p:nvCxnSpPr>
        <p:spPr>
          <a:xfrm flipH="1" rot="10800000">
            <a:off x="3508389" y="1738226"/>
            <a:ext cx="28500" cy="365100"/>
          </a:xfrm>
          <a:prstGeom prst="straightConnector1">
            <a:avLst/>
          </a:prstGeom>
          <a:noFill/>
          <a:ln cap="flat" cmpd="sng" w="9525">
            <a:solidFill>
              <a:srgbClr val="000000"/>
            </a:solidFill>
            <a:prstDash val="solid"/>
            <a:round/>
            <a:headEnd len="sm" w="sm" type="none"/>
            <a:tailEnd len="sm" w="sm" type="none"/>
          </a:ln>
        </p:spPr>
      </p:cxnSp>
      <p:cxnSp>
        <p:nvCxnSpPr>
          <p:cNvPr id="549" name="Google Shape;549;g3243a3cdda7_0_712"/>
          <p:cNvCxnSpPr/>
          <p:nvPr/>
        </p:nvCxnSpPr>
        <p:spPr>
          <a:xfrm flipH="1" rot="10800000">
            <a:off x="3536964" y="1574776"/>
            <a:ext cx="471600" cy="153900"/>
          </a:xfrm>
          <a:prstGeom prst="straightConnector1">
            <a:avLst/>
          </a:prstGeom>
          <a:noFill/>
          <a:ln cap="flat" cmpd="sng" w="9525">
            <a:solidFill>
              <a:srgbClr val="000000"/>
            </a:solidFill>
            <a:prstDash val="solid"/>
            <a:round/>
            <a:headEnd len="sm" w="sm" type="none"/>
            <a:tailEnd len="med" w="med" type="triangle"/>
          </a:ln>
        </p:spPr>
      </p:cxnSp>
      <p:sp>
        <p:nvSpPr>
          <p:cNvPr id="550" name="Google Shape;550;g3243a3cdda7_0_712"/>
          <p:cNvSpPr txBox="1"/>
          <p:nvPr/>
        </p:nvSpPr>
        <p:spPr>
          <a:xfrm>
            <a:off x="1597038" y="1306400"/>
            <a:ext cx="1782900" cy="92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Move the last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element to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root</a:t>
            </a:r>
            <a:endParaRPr b="0" i="0" sz="1400" u="none" cap="none" strike="noStrike">
              <a:solidFill>
                <a:srgbClr val="000000"/>
              </a:solidFill>
              <a:latin typeface="Arial"/>
              <a:ea typeface="Arial"/>
              <a:cs typeface="Arial"/>
              <a:sym typeface="Arial"/>
            </a:endParaRPr>
          </a:p>
        </p:txBody>
      </p:sp>
      <p:sp>
        <p:nvSpPr>
          <p:cNvPr id="551" name="Google Shape;551;g3243a3cdda7_0_712"/>
          <p:cNvSpPr txBox="1"/>
          <p:nvPr/>
        </p:nvSpPr>
        <p:spPr>
          <a:xfrm>
            <a:off x="5254639" y="1055575"/>
            <a:ext cx="195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Take out biggest</a:t>
            </a:r>
            <a:endParaRPr b="0" i="0" sz="1400" u="none" cap="none" strike="noStrike">
              <a:solidFill>
                <a:srgbClr val="000000"/>
              </a:solidFill>
              <a:latin typeface="Arial"/>
              <a:ea typeface="Arial"/>
              <a:cs typeface="Arial"/>
              <a:sym typeface="Arial"/>
            </a:endParaRPr>
          </a:p>
        </p:txBody>
      </p:sp>
      <p:sp>
        <p:nvSpPr>
          <p:cNvPr id="552" name="Google Shape;552;g3243a3cdda7_0_712"/>
          <p:cNvSpPr txBox="1"/>
          <p:nvPr/>
        </p:nvSpPr>
        <p:spPr>
          <a:xfrm>
            <a:off x="5623076" y="4103914"/>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553" name="Google Shape;553;g3243a3cdda7_0_712"/>
          <p:cNvSpPr txBox="1"/>
          <p:nvPr/>
        </p:nvSpPr>
        <p:spPr>
          <a:xfrm>
            <a:off x="4727726" y="410550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554" name="Google Shape;554;g3243a3cdda7_0_712"/>
          <p:cNvSpPr txBox="1"/>
          <p:nvPr/>
        </p:nvSpPr>
        <p:spPr>
          <a:xfrm>
            <a:off x="5175401" y="410232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555" name="Google Shape;555;g3243a3cdda7_0_712"/>
          <p:cNvSpPr txBox="1"/>
          <p:nvPr/>
        </p:nvSpPr>
        <p:spPr>
          <a:xfrm>
            <a:off x="2700489" y="4089625"/>
            <a:ext cx="314400" cy="36930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56" name="Google Shape;556;g3243a3cdda7_0_712"/>
          <p:cNvSpPr txBox="1"/>
          <p:nvPr/>
        </p:nvSpPr>
        <p:spPr>
          <a:xfrm>
            <a:off x="4086376" y="4097564"/>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57" name="Google Shape;557;g3243a3cdda7_0_712"/>
          <p:cNvSpPr txBox="1"/>
          <p:nvPr/>
        </p:nvSpPr>
        <p:spPr>
          <a:xfrm>
            <a:off x="4416576" y="4105500"/>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558" name="Google Shape;558;g3243a3cdda7_0_712"/>
          <p:cNvSpPr txBox="1"/>
          <p:nvPr/>
        </p:nvSpPr>
        <p:spPr>
          <a:xfrm>
            <a:off x="2333776" y="3567338"/>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559" name="Google Shape;559;g3243a3cdda7_0_712"/>
          <p:cNvSpPr txBox="1"/>
          <p:nvPr/>
        </p:nvSpPr>
        <p:spPr>
          <a:xfrm>
            <a:off x="4730901" y="3403825"/>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243a3cdda7_0_7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565" name="Google Shape;565;g3243a3cdda7_0_716"/>
          <p:cNvSpPr/>
          <p:nvPr/>
        </p:nvSpPr>
        <p:spPr>
          <a:xfrm>
            <a:off x="2972550" y="1344625"/>
            <a:ext cx="609600" cy="533400"/>
          </a:xfrm>
          <a:prstGeom prst="ellipse">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entury Schoolbook"/>
              <a:ea typeface="Century Schoolbook"/>
              <a:cs typeface="Century Schoolbook"/>
              <a:sym typeface="Century Schoolbook"/>
            </a:endParaRPr>
          </a:p>
        </p:txBody>
      </p:sp>
      <p:sp>
        <p:nvSpPr>
          <p:cNvPr id="566" name="Google Shape;566;g3243a3cdda7_0_716"/>
          <p:cNvSpPr txBox="1"/>
          <p:nvPr/>
        </p:nvSpPr>
        <p:spPr>
          <a:xfrm>
            <a:off x="3131300" y="1430351"/>
            <a:ext cx="31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cxnSp>
        <p:nvCxnSpPr>
          <p:cNvPr id="567" name="Google Shape;567;g3243a3cdda7_0_716"/>
          <p:cNvCxnSpPr/>
          <p:nvPr/>
        </p:nvCxnSpPr>
        <p:spPr>
          <a:xfrm>
            <a:off x="3694864" y="1573226"/>
            <a:ext cx="2454300" cy="28500"/>
          </a:xfrm>
          <a:prstGeom prst="straightConnector1">
            <a:avLst/>
          </a:prstGeom>
          <a:noFill/>
          <a:ln cap="flat" cmpd="sng" w="9525">
            <a:solidFill>
              <a:srgbClr val="000000"/>
            </a:solidFill>
            <a:prstDash val="dash"/>
            <a:round/>
            <a:headEnd len="sm" w="sm" type="none"/>
            <a:tailEnd len="med" w="med" type="triangle"/>
          </a:ln>
        </p:spPr>
      </p:cxnSp>
      <p:sp>
        <p:nvSpPr>
          <p:cNvPr id="568" name="Google Shape;568;g3243a3cdda7_0_716"/>
          <p:cNvSpPr txBox="1"/>
          <p:nvPr/>
        </p:nvSpPr>
        <p:spPr>
          <a:xfrm>
            <a:off x="4218739" y="1170000"/>
            <a:ext cx="1952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Take out biggest</a:t>
            </a:r>
            <a:endParaRPr b="0" i="0" sz="1400" u="none" cap="none" strike="noStrike">
              <a:solidFill>
                <a:srgbClr val="000000"/>
              </a:solidFill>
              <a:latin typeface="Arial"/>
              <a:ea typeface="Arial"/>
              <a:cs typeface="Arial"/>
              <a:sym typeface="Arial"/>
            </a:endParaRPr>
          </a:p>
        </p:txBody>
      </p:sp>
      <p:sp>
        <p:nvSpPr>
          <p:cNvPr id="569" name="Google Shape;569;g3243a3cdda7_0_716"/>
          <p:cNvSpPr txBox="1"/>
          <p:nvPr/>
        </p:nvSpPr>
        <p:spPr>
          <a:xfrm>
            <a:off x="6619101" y="4002689"/>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570" name="Google Shape;570;g3243a3cdda7_0_716"/>
          <p:cNvSpPr txBox="1"/>
          <p:nvPr/>
        </p:nvSpPr>
        <p:spPr>
          <a:xfrm>
            <a:off x="5723751" y="4004275"/>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571" name="Google Shape;571;g3243a3cdda7_0_716"/>
          <p:cNvSpPr txBox="1"/>
          <p:nvPr/>
        </p:nvSpPr>
        <p:spPr>
          <a:xfrm>
            <a:off x="6171426" y="4001100"/>
            <a:ext cx="4413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572" name="Google Shape;572;g3243a3cdda7_0_716"/>
          <p:cNvSpPr txBox="1"/>
          <p:nvPr/>
        </p:nvSpPr>
        <p:spPr>
          <a:xfrm>
            <a:off x="4774426" y="3997925"/>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73" name="Google Shape;573;g3243a3cdda7_0_716"/>
          <p:cNvSpPr txBox="1"/>
          <p:nvPr/>
        </p:nvSpPr>
        <p:spPr>
          <a:xfrm>
            <a:off x="5082401" y="3996339"/>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74" name="Google Shape;574;g3243a3cdda7_0_716"/>
          <p:cNvSpPr txBox="1"/>
          <p:nvPr/>
        </p:nvSpPr>
        <p:spPr>
          <a:xfrm>
            <a:off x="5412601" y="4004275"/>
            <a:ext cx="314400" cy="3693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575" name="Google Shape;575;g3243a3cdda7_0_716"/>
          <p:cNvSpPr txBox="1"/>
          <p:nvPr/>
        </p:nvSpPr>
        <p:spPr>
          <a:xfrm>
            <a:off x="3329801" y="3466113"/>
            <a:ext cx="103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Array A</a:t>
            </a:r>
            <a:endParaRPr b="0" i="0" sz="1400" u="none" cap="none" strike="noStrike">
              <a:solidFill>
                <a:srgbClr val="000000"/>
              </a:solidFill>
              <a:latin typeface="Arial"/>
              <a:ea typeface="Arial"/>
              <a:cs typeface="Arial"/>
              <a:sym typeface="Arial"/>
            </a:endParaRPr>
          </a:p>
        </p:txBody>
      </p:sp>
      <p:sp>
        <p:nvSpPr>
          <p:cNvPr id="576" name="Google Shape;576;g3243a3cdda7_0_716"/>
          <p:cNvSpPr txBox="1"/>
          <p:nvPr/>
        </p:nvSpPr>
        <p:spPr>
          <a:xfrm>
            <a:off x="5726926" y="3302600"/>
            <a:ext cx="951000" cy="3693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243a3cdda7_0_72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582" name="Google Shape;582;g3243a3cdda7_0_720"/>
          <p:cNvSpPr txBox="1"/>
          <p:nvPr/>
        </p:nvSpPr>
        <p:spPr>
          <a:xfrm>
            <a:off x="5986166" y="2935913"/>
            <a:ext cx="884400" cy="5850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rgbClr val="000000"/>
                </a:solidFill>
                <a:latin typeface="Century Schoolbook"/>
                <a:ea typeface="Century Schoolbook"/>
                <a:cs typeface="Century Schoolbook"/>
                <a:sym typeface="Century Schoolbook"/>
              </a:rPr>
              <a:t>19</a:t>
            </a:r>
            <a:endParaRPr b="0" i="0" sz="1400" u="none" cap="none" strike="noStrike">
              <a:solidFill>
                <a:srgbClr val="000000"/>
              </a:solidFill>
              <a:latin typeface="Arial"/>
              <a:ea typeface="Arial"/>
              <a:cs typeface="Arial"/>
              <a:sym typeface="Arial"/>
            </a:endParaRPr>
          </a:p>
        </p:txBody>
      </p:sp>
      <p:sp>
        <p:nvSpPr>
          <p:cNvPr id="583" name="Google Shape;583;g3243a3cdda7_0_720"/>
          <p:cNvSpPr txBox="1"/>
          <p:nvPr/>
        </p:nvSpPr>
        <p:spPr>
          <a:xfrm>
            <a:off x="4081839" y="2940101"/>
            <a:ext cx="1047900" cy="5850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rgbClr val="000000"/>
                </a:solidFill>
                <a:latin typeface="Century Schoolbook"/>
                <a:ea typeface="Century Schoolbook"/>
                <a:cs typeface="Century Schoolbook"/>
                <a:sym typeface="Century Schoolbook"/>
              </a:rPr>
              <a:t>12</a:t>
            </a:r>
            <a:endParaRPr b="0" i="0" sz="1400" u="none" cap="none" strike="noStrike">
              <a:solidFill>
                <a:srgbClr val="000000"/>
              </a:solidFill>
              <a:latin typeface="Arial"/>
              <a:ea typeface="Arial"/>
              <a:cs typeface="Arial"/>
              <a:sym typeface="Arial"/>
            </a:endParaRPr>
          </a:p>
        </p:txBody>
      </p:sp>
      <p:sp>
        <p:nvSpPr>
          <p:cNvPr id="584" name="Google Shape;584;g3243a3cdda7_0_720"/>
          <p:cNvSpPr txBox="1"/>
          <p:nvPr/>
        </p:nvSpPr>
        <p:spPr>
          <a:xfrm>
            <a:off x="5099425" y="2936926"/>
            <a:ext cx="884400" cy="5850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rgbClr val="000000"/>
                </a:solidFill>
                <a:latin typeface="Century Schoolbook"/>
                <a:ea typeface="Century Schoolbook"/>
                <a:cs typeface="Century Schoolbook"/>
                <a:sym typeface="Century Schoolbook"/>
              </a:rPr>
              <a:t>16</a:t>
            </a:r>
            <a:endParaRPr b="0" i="0" sz="1400" u="none" cap="none" strike="noStrike">
              <a:solidFill>
                <a:srgbClr val="000000"/>
              </a:solidFill>
              <a:latin typeface="Arial"/>
              <a:ea typeface="Arial"/>
              <a:cs typeface="Arial"/>
              <a:sym typeface="Arial"/>
            </a:endParaRPr>
          </a:p>
        </p:txBody>
      </p:sp>
      <p:sp>
        <p:nvSpPr>
          <p:cNvPr id="585" name="Google Shape;585;g3243a3cdda7_0_720"/>
          <p:cNvSpPr txBox="1"/>
          <p:nvPr/>
        </p:nvSpPr>
        <p:spPr>
          <a:xfrm>
            <a:off x="2273433" y="2943276"/>
            <a:ext cx="965400" cy="5850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rgbClr val="000000"/>
                </a:solidFill>
                <a:latin typeface="Century Schoolbook"/>
                <a:ea typeface="Century Schoolbook"/>
                <a:cs typeface="Century Schoolbook"/>
                <a:sym typeface="Century Schoolbook"/>
              </a:rPr>
              <a:t>1</a:t>
            </a:r>
            <a:endParaRPr b="0" i="0" sz="1400" u="none" cap="none" strike="noStrike">
              <a:solidFill>
                <a:srgbClr val="000000"/>
              </a:solidFill>
              <a:latin typeface="Arial"/>
              <a:ea typeface="Arial"/>
              <a:cs typeface="Arial"/>
              <a:sym typeface="Arial"/>
            </a:endParaRPr>
          </a:p>
        </p:txBody>
      </p:sp>
      <p:sp>
        <p:nvSpPr>
          <p:cNvPr id="586" name="Google Shape;586;g3243a3cdda7_0_720"/>
          <p:cNvSpPr txBox="1"/>
          <p:nvPr/>
        </p:nvSpPr>
        <p:spPr>
          <a:xfrm>
            <a:off x="2995682" y="2941688"/>
            <a:ext cx="884400" cy="5850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rgbClr val="000000"/>
                </a:solidFill>
                <a:latin typeface="Century Schoolbook"/>
                <a:ea typeface="Century Schoolbook"/>
                <a:cs typeface="Century Schoolbook"/>
                <a:sym typeface="Century Schoolbook"/>
              </a:rPr>
              <a:t>4</a:t>
            </a:r>
            <a:endParaRPr b="0" i="0" sz="1400" u="none" cap="none" strike="noStrike">
              <a:solidFill>
                <a:srgbClr val="000000"/>
              </a:solidFill>
              <a:latin typeface="Arial"/>
              <a:ea typeface="Arial"/>
              <a:cs typeface="Arial"/>
              <a:sym typeface="Arial"/>
            </a:endParaRPr>
          </a:p>
        </p:txBody>
      </p:sp>
      <p:sp>
        <p:nvSpPr>
          <p:cNvPr id="587" name="Google Shape;587;g3243a3cdda7_0_720"/>
          <p:cNvSpPr txBox="1"/>
          <p:nvPr/>
        </p:nvSpPr>
        <p:spPr>
          <a:xfrm>
            <a:off x="3657975" y="2940101"/>
            <a:ext cx="648900" cy="585000"/>
          </a:xfrm>
          <a:prstGeom prst="rect">
            <a:avLst/>
          </a:prstGeom>
          <a:solidFill>
            <a:srgbClr val="B8B8B8"/>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GB" sz="3200" u="none" cap="none" strike="noStrike">
                <a:solidFill>
                  <a:srgbClr val="000000"/>
                </a:solidFill>
                <a:latin typeface="Century Schoolbook"/>
                <a:ea typeface="Century Schoolbook"/>
                <a:cs typeface="Century Schoolbook"/>
                <a:sym typeface="Century Schoolbook"/>
              </a:rPr>
              <a:t>7</a:t>
            </a:r>
            <a:endParaRPr b="0" i="0" sz="1400" u="none" cap="none" strike="noStrike">
              <a:solidFill>
                <a:srgbClr val="000000"/>
              </a:solidFill>
              <a:latin typeface="Arial"/>
              <a:ea typeface="Arial"/>
              <a:cs typeface="Arial"/>
              <a:sym typeface="Arial"/>
            </a:endParaRPr>
          </a:p>
        </p:txBody>
      </p:sp>
      <p:sp>
        <p:nvSpPr>
          <p:cNvPr id="588" name="Google Shape;588;g3243a3cdda7_0_720"/>
          <p:cNvSpPr txBox="1"/>
          <p:nvPr/>
        </p:nvSpPr>
        <p:spPr>
          <a:xfrm>
            <a:off x="3880227" y="1813245"/>
            <a:ext cx="1784700" cy="400200"/>
          </a:xfrm>
          <a:prstGeom prst="rect">
            <a:avLst/>
          </a:prstGeom>
          <a:solidFill>
            <a:srgbClr val="B8B8B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GB" sz="2000" u="none" cap="none" strike="noStrike">
                <a:solidFill>
                  <a:srgbClr val="FF0000"/>
                </a:solidFill>
                <a:latin typeface="Century Schoolbook"/>
                <a:ea typeface="Century Schoolbook"/>
                <a:cs typeface="Century Schoolbook"/>
                <a:sym typeface="Century Schoolbook"/>
              </a:rPr>
              <a:t>Sorted: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graphicFrame>
        <p:nvGraphicFramePr>
          <p:cNvPr id="593" name="Google Shape;593;g31fe56d80bc_0_106"/>
          <p:cNvGraphicFramePr/>
          <p:nvPr/>
        </p:nvGraphicFramePr>
        <p:xfrm>
          <a:off x="133125" y="630250"/>
          <a:ext cx="3000000" cy="3000000"/>
        </p:xfrm>
        <a:graphic>
          <a:graphicData uri="http://schemas.openxmlformats.org/drawingml/2006/table">
            <a:tbl>
              <a:tblPr>
                <a:noFill/>
                <a:tableStyleId>{01A8766D-EB0C-4D99-B237-6EB29787C500}</a:tableStyleId>
              </a:tblPr>
              <a:tblGrid>
                <a:gridCol w="4335250"/>
                <a:gridCol w="4335250"/>
              </a:tblGrid>
              <a:tr h="4077775">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class HeapSort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static void heapify(int a[], int n, int i)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largest = 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left = 2 * i + 1;</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right = 2 * i + 2;</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(left &lt; n &amp;&amp; a[left] &gt; a[largest])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largest = left;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(right &lt; n &amp;&amp; a[right] &gt; a[largest])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largest = right;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if (largest != i)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temp = a[i];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a[i] = a[largest];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a[largest] = 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heapify(a, n, largest);</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b="0" sz="135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static void heapSort(int a[], int n)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for (int i = n / 2 - 1; i &gt;= 0; 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heapify(a, n, 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for (int i = n - 1; i &gt;= 0; i--)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int temp = a[0];</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a[0] = a[i];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a[i] = temp;</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5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heapify(a, i, 0);</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static void printArr(int a[], int n)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for (int i = 0; i &lt; n; ++i)</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System.out.print(a[i] + "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rPr b="0" lang="en-GB" sz="1350" u="none" cap="none" strike="noStrike">
                          <a:solidFill>
                            <a:srgbClr val="000000"/>
                          </a:solidFill>
                          <a:latin typeface="Consolas"/>
                          <a:ea typeface="Consolas"/>
                          <a:cs typeface="Consolas"/>
                          <a:sym typeface="Consolas"/>
                        </a:rPr>
                        <a:t>    }</a:t>
                      </a:r>
                      <a:endParaRPr sz="135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5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594" name="Google Shape;594;g31fe56d80bc_0_106"/>
          <p:cNvSpPr txBox="1"/>
          <p:nvPr/>
        </p:nvSpPr>
        <p:spPr>
          <a:xfrm>
            <a:off x="720725" y="2932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3243a3cdda7_0_79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graphicFrame>
        <p:nvGraphicFramePr>
          <p:cNvPr id="600" name="Google Shape;600;g3243a3cdda7_0_798"/>
          <p:cNvGraphicFramePr/>
          <p:nvPr/>
        </p:nvGraphicFramePr>
        <p:xfrm>
          <a:off x="864400" y="1042250"/>
          <a:ext cx="3000000" cy="3000000"/>
        </p:xfrm>
        <a:graphic>
          <a:graphicData uri="http://schemas.openxmlformats.org/drawingml/2006/table">
            <a:tbl>
              <a:tblPr>
                <a:noFill/>
                <a:tableStyleId>{01A8766D-EB0C-4D99-B237-6EB29787C500}</a:tableStyleId>
              </a:tblPr>
              <a:tblGrid>
                <a:gridCol w="7239000"/>
              </a:tblGrid>
              <a:tr h="381000">
                <a:tc>
                  <a:txBody>
                    <a:bodyPr/>
                    <a:lstStyle/>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public static void main(String args[]) {</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int a[] = {35, 17, 10, 90, 24, -3, -8};</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int n = a.length;</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System.out.println("Original Array:");</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printArr(a, n);</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heapSort(a, n);</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4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System.out.println("\nSorted Array:");</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printArr(a, n);</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    }</a:t>
                      </a:r>
                      <a:endParaRPr b="1" sz="1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400" u="none" cap="none" strike="noStrike">
                          <a:solidFill>
                            <a:schemeClr val="dk1"/>
                          </a:solidFill>
                          <a:latin typeface="Consolas"/>
                          <a:ea typeface="Consolas"/>
                          <a:cs typeface="Consolas"/>
                          <a:sym typeface="Consolas"/>
                        </a:rPr>
                        <a:t>}</a:t>
                      </a:r>
                      <a:endParaRPr sz="1400" u="none" cap="none" strike="noStrike"/>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243a3cdda7_0_81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HEAP SORT</a:t>
            </a:r>
            <a:endParaRPr b="0" i="0" sz="1700" u="none" cap="none" strike="noStrike">
              <a:solidFill>
                <a:srgbClr val="6D9EEB"/>
              </a:solidFill>
              <a:latin typeface="Roboto Black"/>
              <a:ea typeface="Roboto Black"/>
              <a:cs typeface="Roboto Black"/>
              <a:sym typeface="Roboto Black"/>
            </a:endParaRPr>
          </a:p>
        </p:txBody>
      </p:sp>
      <p:sp>
        <p:nvSpPr>
          <p:cNvPr id="606" name="Google Shape;606;g3243a3cdda7_0_810"/>
          <p:cNvSpPr txBox="1"/>
          <p:nvPr/>
        </p:nvSpPr>
        <p:spPr>
          <a:xfrm>
            <a:off x="327608" y="817496"/>
            <a:ext cx="4010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1600" u="none" cap="none" strike="noStrike">
                <a:solidFill>
                  <a:srgbClr val="002060"/>
                </a:solidFill>
                <a:latin typeface="Consolas"/>
                <a:ea typeface="Consolas"/>
                <a:cs typeface="Consolas"/>
                <a:sym typeface="Consolas"/>
              </a:rPr>
              <a:t>TIME AND SPACE COMPLEXITY</a:t>
            </a:r>
            <a:endParaRPr b="0" i="0" sz="1600" u="none" cap="none" strike="noStrike">
              <a:solidFill>
                <a:srgbClr val="000000"/>
              </a:solidFill>
              <a:latin typeface="Arial"/>
              <a:ea typeface="Arial"/>
              <a:cs typeface="Arial"/>
              <a:sym typeface="Arial"/>
            </a:endParaRPr>
          </a:p>
        </p:txBody>
      </p:sp>
      <p:sp>
        <p:nvSpPr>
          <p:cNvPr id="607" name="Google Shape;607;g3243a3cdda7_0_810"/>
          <p:cNvSpPr txBox="1"/>
          <p:nvPr/>
        </p:nvSpPr>
        <p:spPr>
          <a:xfrm>
            <a:off x="525200" y="1249850"/>
            <a:ext cx="7844100" cy="3170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Time Complexity:</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Building the initial max-heap takes O(n) time.</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The main loop for extracting elements and heapifying takes O(n * log(n)) time.</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The overall time complexity is O(n * log(n)).</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600" u="none" cap="none" strike="noStrike">
              <a:solidFill>
                <a:srgbClr val="000000"/>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Space Complexity:</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Heap Sort is an in-place sorting algorithm, which means it doesn't require additional memory for sorting.</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The space complexity is O(1) since it sorts the input array in place.</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613" name="Google Shape;613;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1. What is Heap Sort, and how does it work?</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614" name="Google Shape;614;g31fdec52c72_0_308"/>
          <p:cNvSpPr txBox="1"/>
          <p:nvPr/>
        </p:nvSpPr>
        <p:spPr>
          <a:xfrm>
            <a:off x="436323" y="1779900"/>
            <a:ext cx="74922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0" i="0" lang="en-GB" sz="1600" u="none" cap="none" strike="noStrike">
                <a:solidFill>
                  <a:srgbClr val="000000"/>
                </a:solidFill>
                <a:latin typeface="Consolas"/>
                <a:ea typeface="Consolas"/>
                <a:cs typeface="Consolas"/>
                <a:sym typeface="Consolas"/>
              </a:rPr>
              <a:t>Answer: Heap Sort is a comparison-based sorting algorithm that works by transforming an array into a max-heap, a specialized binary tree data structure. It repeatedly extracts the maximum element (at the root) and moves it to the end of the sorted portion of the array. This process is repeated until the entire array is sorted. The extracted elements form the sorted output.</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620" name="Google Shape;620;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 What are the key operations involved in Heap Sort, and what is  their time complexity?</a:t>
            </a:r>
            <a:endParaRPr b="0" i="0" sz="1600" u="none" cap="none" strike="noStrike">
              <a:solidFill>
                <a:srgbClr val="000000"/>
              </a:solidFill>
              <a:latin typeface="Calibri"/>
              <a:ea typeface="Calibri"/>
              <a:cs typeface="Calibri"/>
              <a:sym typeface="Calibri"/>
            </a:endParaRPr>
          </a:p>
          <a:p>
            <a:pPr indent="0" lvl="0" marL="0" marR="0" rtl="0" algn="l">
              <a:lnSpc>
                <a:spcPct val="115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621" name="Google Shape;621;g3243a3cdda7_0_819"/>
          <p:cNvSpPr txBox="1"/>
          <p:nvPr/>
        </p:nvSpPr>
        <p:spPr>
          <a:xfrm>
            <a:off x="436325" y="1779900"/>
            <a:ext cx="8086800" cy="2185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key operations in Heap Sort include heapifying the array to build a max-heap and repeatedly extracting the maximum element. The time complexities are as follows: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 Building a max-heap: O(n)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 Extracting the maximum element (heapify): O(log 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 The overall time complexity of Heap Sort is O(n log n).</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627" name="Google Shape;627;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How does Heap Sort differ from other sorting algorithms like Quick Sort and Merge Sort?</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15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628" name="Google Shape;628;g3243a3cdda7_0_825"/>
          <p:cNvSpPr txBox="1"/>
          <p:nvPr/>
        </p:nvSpPr>
        <p:spPr>
          <a:xfrm>
            <a:off x="436323" y="17799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Heap Sort is an in-place sorting algorithm with stable sorting.</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Quick Sort has average-case O(n log n) time complexity and can be faster for smaller datasets.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Merge Sort has O(n log n) time complexity but requires additional memory.</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634" name="Google Shape;634;g3243a3cdda7_0_831"/>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 What is the main advantage of using Heap Sort?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635" name="Google Shape;635;g3243a3cdda7_0_831"/>
          <p:cNvSpPr txBox="1"/>
          <p:nvPr/>
        </p:nvSpPr>
        <p:spPr>
          <a:xfrm>
            <a:off x="436323" y="1779900"/>
            <a:ext cx="7492200" cy="2924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main advantage of Heap Sort is its ability to provide consistent time complexity of O(n log n) for sorting, making it suitable for large datasets. Unlike some other sorting algorithms, Heap Sort does not depend on the initial order of elements in the array and is not sensitive to input data characteristics. It is also an in-place sorting algorithm, which means it does not require additional memory proportional to the size of the input data.</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g3243a3cdda7_0_837"/>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641" name="Google Shape;641;g3243a3cdda7_0_837"/>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500" u="none" cap="none" strike="noStrike">
                <a:solidFill>
                  <a:srgbClr val="FF0000"/>
                </a:solidFill>
                <a:latin typeface="Consolas"/>
                <a:ea typeface="Consolas"/>
                <a:cs typeface="Consolas"/>
                <a:sym typeface="Consolas"/>
              </a:rPr>
              <a:t>5. Can Heap Sort be used to sort data in descending order, and if so, how?</a:t>
            </a:r>
            <a:endParaRPr b="0" i="0" sz="15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500"/>
              <a:buFont typeface="Arial"/>
              <a:buNone/>
            </a:pPr>
            <a:r>
              <a:t/>
            </a:r>
            <a:endParaRPr b="0" i="1" sz="15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500" u="none" cap="none" strike="noStrike">
                <a:solidFill>
                  <a:srgbClr val="FF0000"/>
                </a:solidFill>
                <a:latin typeface="Consolas"/>
                <a:ea typeface="Consolas"/>
                <a:cs typeface="Consolas"/>
                <a:sym typeface="Consolas"/>
              </a:rPr>
              <a:t> </a:t>
            </a:r>
            <a:endParaRPr b="0" i="0" sz="1500" u="none" cap="none" strike="noStrike">
              <a:solidFill>
                <a:srgbClr val="000000"/>
              </a:solidFill>
              <a:latin typeface="Calibri"/>
              <a:ea typeface="Calibri"/>
              <a:cs typeface="Calibri"/>
              <a:sym typeface="Calibri"/>
            </a:endParaRPr>
          </a:p>
        </p:txBody>
      </p:sp>
      <p:sp>
        <p:nvSpPr>
          <p:cNvPr id="642" name="Google Shape;642;g3243a3cdda7_0_837"/>
          <p:cNvSpPr txBox="1"/>
          <p:nvPr/>
        </p:nvSpPr>
        <p:spPr>
          <a:xfrm>
            <a:off x="436323" y="17799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Yes, Heap Sort can sort data in descending order by using a min-heap instead of a max-heap. This involves reversing the comparison conditions during the heapify and swapping operations, ensuring the minimum element is at the root and arranging elements in descending order.</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648" name="Google Shape;648;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649" name="Google Shape;649;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655" name="Google Shape;655;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656" name="Google Shape;656;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657" name="Google Shape;657;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658" name="Google Shape;658;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659" name="Google Shape;659;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660" name="Google Shape;660;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661" name="Google Shape;661;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662" name="Google Shape;662;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663" name="Google Shape;663;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664" name="Google Shape;664;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665" name="Google Shape;665;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